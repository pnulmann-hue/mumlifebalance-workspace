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Ziel: Sie kennt die fünf Fehler, die Networkerinnen auf Instagram teuer zu stehen kommen, und hat ihre ersten fünf Beiträge geplant. Abgrenzung: Routine, Statistiken lesen und DM-Gespräche sind bewusst NICHT drin — die gehören in die Instagram-Kundenmaschine.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fünf Punkte hab ich in meinem ersten Network alle selber gemacht. Drei Jahre lang. Es hat nicht funktioniert, und ich hab aufgehört. Deshalb erzähl ich dir das jetzt, bevor du dieselbe Runde drehst.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Punkt fünf ist der, der Konten kostet. Was du über Produkte und über Einkommen sagen darfst, steht bei deiner Firma in den Richtlinien. Lies sie einmal. Es dauert zwanzig Minuten und erspart dir viel.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Meine Kundinnen kaufen nicht das Produkt. Sie kaufen die Frau, die abends wieder schläft. Das Produkt ist nur das Werkzeug dazu.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hast jetzt alles, was du brauchst. Damit du nicht am Montag vor dem leeren Handy sitzt, planen wir die erste Woche jetzt gemeinsam durch.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Beitrag zwei ist der, vor dem du dich drücken wirst. Er ist auch der, der am meisten bringt. Menschen bleiben wegen deiner Geschichte, nicht wegen deiner Tipps.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Fünf Beiträge in der Woche musst du nicht schaffen. Drei reichen völlig, wenn sie regelmässig kommen. Und am Wochenende ist Pause, weil du sonst in vier Wochen aufhörst.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mach das montags in dreissig Minuten für die ganze Woche. Einmal anziehen, einmal Haare machen, dann alles hintereinander weg. Das ist der einzige Trick, mit dem das neben Kindern funktioniert.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jetzt mal ganz ehrlich: du hast in einer Woche mehr gemacht als die meisten in einem halben Jahr. Du bist nicht schneller als die anderen. Du hast angefangen. Der Rest ist Wiederholung.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ich dir hier bewusst nicht gezeigt hab: wie du dranbleibst, welche Zahlen du liest und wie aus einem Kommentar ein Gespräch wird, das in einem Kauf endet. Das steckt in der Instagram-Kundenmaschine. Aber erst mal: poste vier Wochen. Kein Druck.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4C"/>
        </a:solidFill>
      </p:bgPr>
    </p:bg>
    <p:spTree>
      <p:nvGrpSpPr>
        <p:cNvPr id="1" name=""/>
        <p:cNvGrpSpPr/>
        <p:nvPr/>
      </p:nvGrpSpPr>
      <p:grpSpPr>
        <a:xfrm>
          <a:off x="0" y="0"/>
          <a:ext cx="0" cy="0"/>
          <a:chOff x="0" y="0"/>
          <a:chExt cx="0" cy="0"/>
        </a:xfrm>
      </p:grpSpPr>
      <p:sp>
        <p:nvSpPr>
          <p:cNvPr id="2" name="Text 0"/>
          <p:cNvSpPr txBox="1"/>
          <p:nvPr/>
        </p:nvSpPr>
        <p:spPr>
          <a:xfrm>
            <a:off x="685800" y="2011680"/>
            <a:ext cx="10789920" cy="457200"/>
          </a:xfrm>
          <a:prstGeom prst="rect">
            <a:avLst/>
          </a:prstGeom>
          <a:noFill/>
          <a:ln/>
        </p:spPr>
        <p:txBody>
          <a:bodyPr wrap="square" rtlCol="0" anchor="ctr"/>
          <a:lstStyle/>
          <a:p>
            <a:pPr indent="0" marL="0">
              <a:buNone/>
            </a:pPr>
            <a:r>
              <a:rPr lang="en-US" sz="1600" b="1" spc="400" kern="0" dirty="0">
                <a:solidFill>
                  <a:srgbClr val="D6832F"/>
                </a:solidFill>
                <a:latin typeface="Calibri" pitchFamily="34" charset="0"/>
                <a:ea typeface="Calibri" pitchFamily="34" charset="-122"/>
                <a:cs typeface="Calibri" pitchFamily="34" charset="-120"/>
              </a:rPr>
              <a:t>STARTKLAR · MODUL 3</a:t>
            </a:r>
            <a:endParaRPr lang="en-US" sz="1600" dirty="0"/>
          </a:p>
        </p:txBody>
      </p:sp>
      <p:sp>
        <p:nvSpPr>
          <p:cNvPr id="3" name="Text 1"/>
          <p:cNvSpPr txBox="1"/>
          <p:nvPr/>
        </p:nvSpPr>
        <p:spPr>
          <a:xfrm>
            <a:off x="685800" y="2468880"/>
            <a:ext cx="10789920" cy="137160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Sauber starten</a:t>
            </a:r>
            <a:endParaRPr lang="en-US" sz="5400" dirty="0"/>
          </a:p>
        </p:txBody>
      </p:sp>
      <p:sp>
        <p:nvSpPr>
          <p:cNvPr id="4" name="Text 2"/>
          <p:cNvSpPr txBox="1"/>
          <p:nvPr/>
        </p:nvSpPr>
        <p:spPr>
          <a:xfrm>
            <a:off x="685800" y="3886200"/>
            <a:ext cx="10789920" cy="548640"/>
          </a:xfrm>
          <a:prstGeom prst="rect">
            <a:avLst/>
          </a:prstGeom>
          <a:noFill/>
          <a:ln/>
        </p:spPr>
        <p:txBody>
          <a:bodyPr wrap="square" rtlCol="0" anchor="ctr"/>
          <a:lstStyle/>
          <a:p>
            <a:pPr indent="0" marL="0">
              <a:buNone/>
            </a:pPr>
            <a:r>
              <a:rPr lang="en-US" sz="2000" i="1" dirty="0">
                <a:solidFill>
                  <a:srgbClr val="F1ECDD"/>
                </a:solidFill>
                <a:latin typeface="Calibri" pitchFamily="34" charset="0"/>
                <a:ea typeface="Calibri" pitchFamily="34" charset="-122"/>
                <a:cs typeface="Calibri" pitchFamily="34" charset="-120"/>
              </a:rPr>
              <a:t>2 Lektionen · rund 17 Minuten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3.1</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3.1</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Fünf Sachen, die du als Networkerin bleiben lässt</a:t>
            </a:r>
            <a:endParaRPr lang="en-US" sz="3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Was nicht in deine Bio gehört</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Warum Preise im Beitrag dich Anfragen kosten</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Wo bei deiner Firma die Regeln stehen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DIE FÜNF FALLEN</a:t>
            </a:r>
            <a:endParaRPr lang="en-US" sz="1600" dirty="0"/>
          </a:p>
        </p:txBody>
      </p:sp>
      <p:sp>
        <p:nvSpPr>
          <p:cNvPr id="3" name="Shape 1"/>
          <p:cNvSpPr/>
          <p:nvPr/>
        </p:nvSpPr>
        <p:spPr>
          <a:xfrm>
            <a:off x="685800" y="1737360"/>
            <a:ext cx="502920" cy="502920"/>
          </a:xfrm>
          <a:prstGeom prst="ellipse">
            <a:avLst/>
          </a:prstGeom>
          <a:solidFill>
            <a:srgbClr val="2F6F6F"/>
          </a:solidFill>
          <a:ln/>
        </p:spPr>
      </p:sp>
      <p:sp>
        <p:nvSpPr>
          <p:cNvPr id="4" name="Text 2"/>
          <p:cNvSpPr txBox="1"/>
          <p:nvPr/>
        </p:nvSpPr>
        <p:spPr>
          <a:xfrm>
            <a:off x="685800"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508760" y="16916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Firmenname in Bio und Username — dann bist du eine von tausend</a:t>
            </a:r>
            <a:endParaRPr lang="en-US" sz="1900" dirty="0"/>
          </a:p>
        </p:txBody>
      </p:sp>
      <p:sp>
        <p:nvSpPr>
          <p:cNvPr id="6" name="Shape 4"/>
          <p:cNvSpPr/>
          <p:nvPr/>
        </p:nvSpPr>
        <p:spPr>
          <a:xfrm>
            <a:off x="685800" y="2651760"/>
            <a:ext cx="502920" cy="502920"/>
          </a:xfrm>
          <a:prstGeom prst="ellipse">
            <a:avLst/>
          </a:prstGeom>
          <a:solidFill>
            <a:srgbClr val="2F6F6F"/>
          </a:solidFill>
          <a:ln/>
        </p:spPr>
      </p:sp>
      <p:sp>
        <p:nvSpPr>
          <p:cNvPr id="7" name="Text 5"/>
          <p:cNvSpPr txBox="1"/>
          <p:nvPr/>
        </p:nvSpPr>
        <p:spPr>
          <a:xfrm>
            <a:off x="685800" y="2651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8" name="Text 6"/>
          <p:cNvSpPr txBox="1"/>
          <p:nvPr/>
        </p:nvSpPr>
        <p:spPr>
          <a:xfrm>
            <a:off x="1508760" y="26060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Produktbilder als Hauptinhalt — du wirst zum Katalog</a:t>
            </a:r>
            <a:endParaRPr lang="en-US" sz="1900" dirty="0"/>
          </a:p>
        </p:txBody>
      </p:sp>
      <p:sp>
        <p:nvSpPr>
          <p:cNvPr id="9" name="Shape 7"/>
          <p:cNvSpPr/>
          <p:nvPr/>
        </p:nvSpPr>
        <p:spPr>
          <a:xfrm>
            <a:off x="685800" y="3566160"/>
            <a:ext cx="502920" cy="502920"/>
          </a:xfrm>
          <a:prstGeom prst="ellipse">
            <a:avLst/>
          </a:prstGeom>
          <a:solidFill>
            <a:srgbClr val="2F6F6F"/>
          </a:solidFill>
          <a:ln/>
        </p:spPr>
      </p:sp>
      <p:sp>
        <p:nvSpPr>
          <p:cNvPr id="10" name="Text 8"/>
          <p:cNvSpPr txBox="1"/>
          <p:nvPr/>
        </p:nvSpPr>
        <p:spPr>
          <a:xfrm>
            <a:off x="685800" y="3566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1" name="Text 9"/>
          <p:cNvSpPr txBox="1"/>
          <p:nvPr/>
        </p:nvSpPr>
        <p:spPr>
          <a:xfrm>
            <a:off x="1508760" y="35204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Preise und Bestellinfos im Beitrag — das Gespräch fällt weg, das dich verkaufen lässt</a:t>
            </a:r>
            <a:endParaRPr lang="en-US" sz="1900" dirty="0"/>
          </a:p>
        </p:txBody>
      </p:sp>
      <p:sp>
        <p:nvSpPr>
          <p:cNvPr id="12" name="Shape 10"/>
          <p:cNvSpPr/>
          <p:nvPr/>
        </p:nvSpPr>
        <p:spPr>
          <a:xfrm>
            <a:off x="685800" y="4480560"/>
            <a:ext cx="502920" cy="502920"/>
          </a:xfrm>
          <a:prstGeom prst="ellipse">
            <a:avLst/>
          </a:prstGeom>
          <a:solidFill>
            <a:srgbClr val="2F6F6F"/>
          </a:solidFill>
          <a:ln/>
        </p:spPr>
      </p:sp>
      <p:sp>
        <p:nvSpPr>
          <p:cNvPr id="13" name="Text 11"/>
          <p:cNvSpPr txBox="1"/>
          <p:nvPr/>
        </p:nvSpPr>
        <p:spPr>
          <a:xfrm>
            <a:off x="685800" y="4480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4" name="Text 12"/>
          <p:cNvSpPr txBox="1"/>
          <p:nvPr/>
        </p:nvSpPr>
        <p:spPr>
          <a:xfrm>
            <a:off x="1508760" y="44348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Fremde ungefragt anschreiben — inzwischen auch technisch kaum noch möglich</a:t>
            </a:r>
            <a:endParaRPr lang="en-US" sz="1900" dirty="0"/>
          </a:p>
        </p:txBody>
      </p:sp>
      <p:sp>
        <p:nvSpPr>
          <p:cNvPr id="15" name="Shape 13"/>
          <p:cNvSpPr/>
          <p:nvPr/>
        </p:nvSpPr>
        <p:spPr>
          <a:xfrm>
            <a:off x="685800" y="5394960"/>
            <a:ext cx="502920" cy="502920"/>
          </a:xfrm>
          <a:prstGeom prst="ellipse">
            <a:avLst/>
          </a:prstGeom>
          <a:solidFill>
            <a:srgbClr val="2F6F6F"/>
          </a:solidFill>
          <a:ln/>
        </p:spPr>
      </p:sp>
      <p:sp>
        <p:nvSpPr>
          <p:cNvPr id="16" name="Text 14"/>
          <p:cNvSpPr txBox="1"/>
          <p:nvPr/>
        </p:nvSpPr>
        <p:spPr>
          <a:xfrm>
            <a:off x="685800" y="5394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7" name="Text 15"/>
          <p:cNvSpPr txBox="1"/>
          <p:nvPr/>
        </p:nvSpPr>
        <p:spPr>
          <a:xfrm>
            <a:off x="1508760" y="53492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Aussagen über Wirkung und Verdienst — bei jeder Firma ein Regelverstoss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STATTDESSEN TUST</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Dein Thema steht vorne. Das Produkt kommt später und im Gespräch.</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Weil:  </a:t>
            </a:r>
            <a:pPr indent="0" marL="0">
              <a:buNone/>
            </a:pPr>
            <a:r>
              <a:rPr lang="en-US" sz="1900" dirty="0">
                <a:solidFill>
                  <a:srgbClr val="33413F"/>
                </a:solidFill>
                <a:latin typeface="Calibri" pitchFamily="34" charset="0"/>
                <a:ea typeface="Calibri" pitchFamily="34" charset="-122"/>
                <a:cs typeface="Calibri" pitchFamily="34" charset="-120"/>
              </a:rPr>
              <a:t>Menschen folgen dir wegen dem, was du löst.</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371600"/>
            <a:ext cx="10789920" cy="3931920"/>
          </a:xfrm>
          <a:prstGeom prst="roundRect">
            <a:avLst>
              <a:gd name="adj" fmla="val 2791"/>
            </a:avLst>
          </a:prstGeom>
          <a:solidFill>
            <a:srgbClr val="EAF1F0"/>
          </a:solidFill>
          <a:ln/>
        </p:spPr>
      </p:sp>
      <p:sp>
        <p:nvSpPr>
          <p:cNvPr id="3" name="Text 1"/>
          <p:cNvSpPr txBox="1"/>
          <p:nvPr/>
        </p:nvSpPr>
        <p:spPr>
          <a:xfrm>
            <a:off x="1234440" y="1828800"/>
            <a:ext cx="9692640" cy="457200"/>
          </a:xfrm>
          <a:prstGeom prst="rect">
            <a:avLst/>
          </a:prstGeom>
          <a:noFill/>
          <a:ln/>
        </p:spPr>
        <p:txBody>
          <a:bodyPr wrap="square" rtlCol="0" anchor="ctr"/>
          <a:lstStyle/>
          <a:p>
            <a:pPr indent="0" marL="0">
              <a:buNone/>
            </a:pPr>
            <a:r>
              <a:rPr lang="en-US" sz="1700" b="1" spc="300" kern="0" dirty="0">
                <a:solidFill>
                  <a:srgbClr val="D6832F"/>
                </a:solidFill>
                <a:latin typeface="Calibri" pitchFamily="34" charset="0"/>
                <a:ea typeface="Calibri" pitchFamily="34" charset="-122"/>
                <a:cs typeface="Calibri" pitchFamily="34" charset="-120"/>
              </a:rPr>
              <a:t>DEINE AUFGABE</a:t>
            </a:r>
            <a:endParaRPr lang="en-US" sz="1700" dirty="0"/>
          </a:p>
        </p:txBody>
      </p:sp>
      <p:sp>
        <p:nvSpPr>
          <p:cNvPr id="4" name="Text 2"/>
          <p:cNvSpPr txBox="1"/>
          <p:nvPr/>
        </p:nvSpPr>
        <p:spPr>
          <a:xfrm>
            <a:off x="1234440" y="2377440"/>
            <a:ext cx="9692640" cy="1645920"/>
          </a:xfrm>
          <a:prstGeom prst="rect">
            <a:avLst/>
          </a:prstGeom>
          <a:noFill/>
          <a:ln/>
        </p:spPr>
        <p:txBody>
          <a:bodyPr wrap="square" rtlCol="0" anchor="t"/>
          <a:lstStyle/>
          <a:p>
            <a:pPr indent="0" marL="0">
              <a:buNone/>
            </a:pPr>
            <a:r>
              <a:rPr lang="en-US" sz="2600" b="1" dirty="0">
                <a:solidFill>
                  <a:srgbClr val="1E3A4C"/>
                </a:solidFill>
                <a:latin typeface="Cambria" pitchFamily="34" charset="0"/>
                <a:ea typeface="Cambria" pitchFamily="34" charset="-122"/>
                <a:cs typeface="Cambria" pitchFamily="34" charset="-120"/>
              </a:rPr>
              <a:t>Prüf dein Profil gegen die fünf Punkte.</a:t>
            </a:r>
            <a:endParaRPr lang="en-US" sz="2600" dirty="0"/>
          </a:p>
        </p:txBody>
      </p:sp>
      <p:sp>
        <p:nvSpPr>
          <p:cNvPr id="5" name="Text 3"/>
          <p:cNvSpPr txBox="1"/>
          <p:nvPr/>
        </p:nvSpPr>
        <p:spPr>
          <a:xfrm>
            <a:off x="1234440" y="4434840"/>
            <a:ext cx="420624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„Network-Fallen“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Letzte Lektion: dein Plan für die erste eigene Woche.</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3.2</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3.2</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Deine ersten fünf Beiträge — heute geplant, diese Woche gepostet</a:t>
            </a:r>
            <a:endParaRPr lang="en-US" sz="3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Die fünf Beiträge, mit denen jede anfängt</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An welchen Tagen du postest</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Wie du vorproduzierst, wenn du Zeit hast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DEINE FÜNF STARTBEITRÄGE</a:t>
            </a:r>
            <a:endParaRPr lang="en-US" sz="1600" dirty="0"/>
          </a:p>
        </p:txBody>
      </p:sp>
      <p:sp>
        <p:nvSpPr>
          <p:cNvPr id="3" name="Shape 1"/>
          <p:cNvSpPr/>
          <p:nvPr/>
        </p:nvSpPr>
        <p:spPr>
          <a:xfrm>
            <a:off x="685800" y="1737360"/>
            <a:ext cx="502920" cy="502920"/>
          </a:xfrm>
          <a:prstGeom prst="ellipse">
            <a:avLst/>
          </a:prstGeom>
          <a:solidFill>
            <a:srgbClr val="2F6F6F"/>
          </a:solidFill>
          <a:ln/>
        </p:spPr>
      </p:sp>
      <p:sp>
        <p:nvSpPr>
          <p:cNvPr id="4" name="Text 2"/>
          <p:cNvSpPr txBox="1"/>
          <p:nvPr/>
        </p:nvSpPr>
        <p:spPr>
          <a:xfrm>
            <a:off x="685800"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508760" y="16916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Wer bist du — Reel, sieben Sekunden, dein Gesicht</a:t>
            </a:r>
            <a:endParaRPr lang="en-US" sz="1900" dirty="0"/>
          </a:p>
        </p:txBody>
      </p:sp>
      <p:sp>
        <p:nvSpPr>
          <p:cNvPr id="6" name="Shape 4"/>
          <p:cNvSpPr/>
          <p:nvPr/>
        </p:nvSpPr>
        <p:spPr>
          <a:xfrm>
            <a:off x="685800" y="2651760"/>
            <a:ext cx="502920" cy="502920"/>
          </a:xfrm>
          <a:prstGeom prst="ellipse">
            <a:avLst/>
          </a:prstGeom>
          <a:solidFill>
            <a:srgbClr val="2F6F6F"/>
          </a:solidFill>
          <a:ln/>
        </p:spPr>
      </p:sp>
      <p:sp>
        <p:nvSpPr>
          <p:cNvPr id="7" name="Text 5"/>
          <p:cNvSpPr txBox="1"/>
          <p:nvPr/>
        </p:nvSpPr>
        <p:spPr>
          <a:xfrm>
            <a:off x="685800" y="2651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8" name="Text 6"/>
          <p:cNvSpPr txBox="1"/>
          <p:nvPr/>
        </p:nvSpPr>
        <p:spPr>
          <a:xfrm>
            <a:off x="1508760" y="26060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Warum dieses Thema — dein Wendepunkt, ehrlich und kurz</a:t>
            </a:r>
            <a:endParaRPr lang="en-US" sz="1900" dirty="0"/>
          </a:p>
        </p:txBody>
      </p:sp>
      <p:sp>
        <p:nvSpPr>
          <p:cNvPr id="9" name="Shape 7"/>
          <p:cNvSpPr/>
          <p:nvPr/>
        </p:nvSpPr>
        <p:spPr>
          <a:xfrm>
            <a:off x="685800" y="3566160"/>
            <a:ext cx="502920" cy="502920"/>
          </a:xfrm>
          <a:prstGeom prst="ellipse">
            <a:avLst/>
          </a:prstGeom>
          <a:solidFill>
            <a:srgbClr val="2F6F6F"/>
          </a:solidFill>
          <a:ln/>
        </p:spPr>
      </p:sp>
      <p:sp>
        <p:nvSpPr>
          <p:cNvPr id="10" name="Text 8"/>
          <p:cNvSpPr txBox="1"/>
          <p:nvPr/>
        </p:nvSpPr>
        <p:spPr>
          <a:xfrm>
            <a:off x="685800" y="3566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1" name="Text 9"/>
          <p:cNvSpPr txBox="1"/>
          <p:nvPr/>
        </p:nvSpPr>
        <p:spPr>
          <a:xfrm>
            <a:off x="1508760" y="35204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Ein Tipp, der sofort hilft — Karussell mit fünf Folien</a:t>
            </a:r>
            <a:endParaRPr lang="en-US" sz="1900" dirty="0"/>
          </a:p>
        </p:txBody>
      </p:sp>
      <p:sp>
        <p:nvSpPr>
          <p:cNvPr id="12" name="Shape 10"/>
          <p:cNvSpPr/>
          <p:nvPr/>
        </p:nvSpPr>
        <p:spPr>
          <a:xfrm>
            <a:off x="685800" y="4480560"/>
            <a:ext cx="502920" cy="502920"/>
          </a:xfrm>
          <a:prstGeom prst="ellipse">
            <a:avLst/>
          </a:prstGeom>
          <a:solidFill>
            <a:srgbClr val="2F6F6F"/>
          </a:solidFill>
          <a:ln/>
        </p:spPr>
      </p:sp>
      <p:sp>
        <p:nvSpPr>
          <p:cNvPr id="13" name="Text 11"/>
          <p:cNvSpPr txBox="1"/>
          <p:nvPr/>
        </p:nvSpPr>
        <p:spPr>
          <a:xfrm>
            <a:off x="685800" y="4480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4" name="Text 12"/>
          <p:cNvSpPr txBox="1"/>
          <p:nvPr/>
        </p:nvSpPr>
        <p:spPr>
          <a:xfrm>
            <a:off x="1508760" y="44348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Ein Blick in deinen Alltag — Reel, ungeschminkt</a:t>
            </a:r>
            <a:endParaRPr lang="en-US" sz="1900" dirty="0"/>
          </a:p>
        </p:txBody>
      </p:sp>
      <p:sp>
        <p:nvSpPr>
          <p:cNvPr id="15" name="Shape 13"/>
          <p:cNvSpPr/>
          <p:nvPr/>
        </p:nvSpPr>
        <p:spPr>
          <a:xfrm>
            <a:off x="685800" y="5394960"/>
            <a:ext cx="502920" cy="502920"/>
          </a:xfrm>
          <a:prstGeom prst="ellipse">
            <a:avLst/>
          </a:prstGeom>
          <a:solidFill>
            <a:srgbClr val="2F6F6F"/>
          </a:solidFill>
          <a:ln/>
        </p:spPr>
      </p:sp>
      <p:sp>
        <p:nvSpPr>
          <p:cNvPr id="16" name="Text 14"/>
          <p:cNvSpPr txBox="1"/>
          <p:nvPr/>
        </p:nvSpPr>
        <p:spPr>
          <a:xfrm>
            <a:off x="685800" y="5394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7" name="Text 15"/>
          <p:cNvSpPr txBox="1"/>
          <p:nvPr/>
        </p:nvSpPr>
        <p:spPr>
          <a:xfrm>
            <a:off x="1508760" y="53492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Wobei du hilfst — Karussell, mit einer Einladung zum Schreiben</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DER WOCHENPLAN</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Mo · Mi · Fr:  </a:t>
            </a:r>
            <a:pPr indent="0" marL="0">
              <a:buNone/>
            </a:pPr>
            <a:r>
              <a:rPr lang="en-US" sz="1900" dirty="0">
                <a:solidFill>
                  <a:srgbClr val="33413F"/>
                </a:solidFill>
                <a:latin typeface="Calibri" pitchFamily="34" charset="0"/>
                <a:ea typeface="Calibri" pitchFamily="34" charset="-122"/>
                <a:cs typeface="Calibri" pitchFamily="34" charset="-120"/>
              </a:rPr>
              <a:t>ein Beitrag</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Di · Do:  </a:t>
            </a:r>
            <a:pPr indent="0" marL="0">
              <a:buNone/>
            </a:pPr>
            <a:r>
              <a:rPr lang="en-US" sz="1900" dirty="0">
                <a:solidFill>
                  <a:srgbClr val="33413F"/>
                </a:solidFill>
                <a:latin typeface="Calibri" pitchFamily="34" charset="0"/>
                <a:ea typeface="Calibri" pitchFamily="34" charset="-122"/>
                <a:cs typeface="Calibri" pitchFamily="34" charset="-120"/>
              </a:rPr>
              <a:t>eine Story mit Umfrage</a:t>
            </a:r>
            <a:endParaRPr lang="en-US" sz="1900" dirty="0"/>
          </a:p>
        </p:txBody>
      </p:sp>
      <p:sp>
        <p:nvSpPr>
          <p:cNvPr id="5" name="Text 3"/>
          <p:cNvSpPr txBox="1"/>
          <p:nvPr/>
        </p:nvSpPr>
        <p:spPr>
          <a:xfrm>
            <a:off x="685800" y="35204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Wochenende:  </a:t>
            </a:r>
            <a:pPr indent="0" marL="0">
              <a:buNone/>
            </a:pPr>
            <a:r>
              <a:rPr lang="en-US" sz="1900" dirty="0">
                <a:solidFill>
                  <a:srgbClr val="33413F"/>
                </a:solidFill>
                <a:latin typeface="Calibri" pitchFamily="34" charset="0"/>
                <a:ea typeface="Calibri" pitchFamily="34" charset="-122"/>
                <a:cs typeface="Calibri" pitchFamily="34" charset="-120"/>
              </a:rPr>
              <a:t>frei. Wirklich frei.</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VORPRODUZIEREN</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Wenn du zwei ruhige Stunden hast: nimm alle Reels der Woche hintereinander auf. Ein Outfit, ein Licht, fünf Videos.</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3A4C"/>
        </a:solidFill>
      </p:bgPr>
    </p:bg>
    <p:spTree>
      <p:nvGrpSpPr>
        <p:cNvPr id="1" name=""/>
        <p:cNvGrpSpPr/>
        <p:nvPr/>
      </p:nvGrpSpPr>
      <p:grpSpPr>
        <a:xfrm>
          <a:off x="0" y="0"/>
          <a:ext cx="0" cy="0"/>
          <a:chOff x="0" y="0"/>
          <a:chExt cx="0" cy="0"/>
        </a:xfrm>
      </p:grpSpPr>
      <p:sp>
        <p:nvSpPr>
          <p:cNvPr id="2" name="Text 0"/>
          <p:cNvSpPr txBox="1"/>
          <p:nvPr/>
        </p:nvSpPr>
        <p:spPr>
          <a:xfrm>
            <a:off x="685800" y="822960"/>
            <a:ext cx="347472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KURS ABGESCHLOSSEN</a:t>
            </a:r>
            <a:endParaRPr lang="en-US" sz="1200" dirty="0"/>
          </a:p>
        </p:txBody>
      </p:sp>
      <p:sp>
        <p:nvSpPr>
          <p:cNvPr id="3" name="Text 1"/>
          <p:cNvSpPr txBox="1"/>
          <p:nvPr/>
        </p:nvSpPr>
        <p:spPr>
          <a:xfrm>
            <a:off x="685800" y="1554480"/>
            <a:ext cx="1078992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Geschafft.</a:t>
            </a:r>
            <a:endParaRPr lang="en-US" sz="4600" dirty="0"/>
          </a:p>
        </p:txBody>
      </p:sp>
      <p:sp>
        <p:nvSpPr>
          <p:cNvPr id="4" name="Text 2"/>
          <p:cNvSpPr txBox="1"/>
          <p:nvPr/>
        </p:nvSpPr>
        <p:spPr>
          <a:xfrm>
            <a:off x="685800" y="2834640"/>
            <a:ext cx="10789920" cy="1463040"/>
          </a:xfrm>
          <a:prstGeom prst="rect">
            <a:avLst/>
          </a:prstGeom>
          <a:noFill/>
          <a:ln/>
        </p:spPr>
        <p:txBody>
          <a:bodyPr wrap="square" rtlCol="0" anchor="t"/>
          <a:lstStyle/>
          <a:p>
            <a:pPr indent="0" marL="0">
              <a:buNone/>
            </a:pPr>
            <a:r>
              <a:rPr lang="en-US" sz="2000" dirty="0">
                <a:solidFill>
                  <a:srgbClr val="F1ECDD"/>
                </a:solidFill>
                <a:latin typeface="Calibri" pitchFamily="34" charset="0"/>
                <a:ea typeface="Calibri" pitchFamily="34" charset="-122"/>
                <a:cs typeface="Calibri" pitchFamily="34" charset="-120"/>
              </a:rPr>
              <a:t>Dein Profil steht, du kannst posten und du hast einen Plan für die nächste Woche. Das war der schwerste Teil, und er ist erledigt.</a:t>
            </a:r>
            <a:endParaRPr lang="en-US" sz="2000" dirty="0"/>
          </a:p>
        </p:txBody>
      </p:sp>
      <p:sp>
        <p:nvSpPr>
          <p:cNvPr id="5" name="Text 3"/>
          <p:cNvSpPr txBox="1"/>
          <p:nvPr/>
        </p:nvSpPr>
        <p:spPr>
          <a:xfrm>
            <a:off x="685800" y="4572000"/>
            <a:ext cx="4206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„Startplan“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WIE ES WEITERGEHT</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Ideen fehlen?  </a:t>
            </a:r>
            <a:pPr indent="0" marL="0">
              <a:buNone/>
            </a:pPr>
            <a:r>
              <a:rPr lang="en-US" sz="1900" dirty="0">
                <a:solidFill>
                  <a:srgbClr val="33413F"/>
                </a:solidFill>
                <a:latin typeface="Calibri" pitchFamily="34" charset="0"/>
                <a:ea typeface="Calibri" pitchFamily="34" charset="-122"/>
                <a:cs typeface="Calibri" pitchFamily="34" charset="-120"/>
              </a:rPr>
              <a:t>Das liegt an deinem Thema. Dafür: „Finde dein Thema als Network-Mama in 60 Minuten“.</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Kundinnen gewinnen?  </a:t>
            </a:r>
            <a:pPr indent="0" marL="0">
              <a:buNone/>
            </a:pPr>
            <a:r>
              <a:rPr lang="en-US" sz="1900" dirty="0">
                <a:solidFill>
                  <a:srgbClr val="33413F"/>
                </a:solidFill>
                <a:latin typeface="Calibri" pitchFamily="34" charset="0"/>
                <a:ea typeface="Calibri" pitchFamily="34" charset="-122"/>
                <a:cs typeface="Calibri" pitchFamily="34" charset="-120"/>
              </a:rPr>
              <a:t>Dann ist die Instagram-Kundenmaschine dein nächster Schritt.</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2026-09-11T08:16:01Z</dcterms:created>
  <dcterms:modified xsi:type="dcterms:W3CDTF">2026-09-11T08:16:01Z</dcterms:modified>
</cp:coreProperties>
</file>