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
„In dieser Lektion machen wir was ganz Pragmatisches — wir zeichnen dein Realitäts-Bild. Wann sind deine Kinder wo, wann ist dein Kopf wirklich frei und welche zwei Zeit-Fenster sind realistisch fürs Business. Am Ende hast du zwei konkrete Slots, die du dir morgen schon in den Kalender schreibst."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„Drei Sachen kommen in dieser Lektion. Erstens zeichnest du dein Realitäts-Bild — ehrlich, ohne dir was zu beschönigen. Zweitens findest du deine zwei Power-Zeiten. Und drittens lernen wir den schweren Teil: du gibst die Idee auf, dass du die 8-Stunden-Frau sein musst. Du bist sie nicht und das ist nicht das Problem."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„Schau dir das ehrlich an — drei Falle in die wir alle reintappen. Erstens: du planst in Stunden, aber dein Vormittag hat nicht 4 produktive Stunden, er hat 2 — der Rest ist Aufstehen, Frühstück, Wäsche. Zweitens: du planst für eine Wunsch-Du die um 5 aufsteht — die hat aber gestern Abend nicht das Kind im Bett gehabt. Und drittens planst du „normale Tage" — die hast du gar nicht. Du hast Schultage, Kita-Tage, Krankheits-Tage. Drei verschiedene Realitäten."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„Das ist der Satz auf den ich hin will. Dein Tag hat nicht 8 Stunden, er hat 2. Und das ist nicht weniger als andere haben — das ist endlich ehrlich. Solange du dich an 8 Stunden misst, planst du jeden Tag ein Versagen ein. Sobald du dich an 2 Stunden misst, planst du jeden Tag einen kleinen Sieg ein."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„Drei Schritte und du hast deine Power-Zeiten. Schritt eins: sieben Tage lang aufschreiben wo deine Kinder sind und wann dein Kopf wirklich frei ist — das ist der Energie-Tracker den du in Lektion 1.1 schon gestartet hast. Schritt zwei: schau die sieben Tage an und suche die zwei besten Slots. Meistens ist es ein Vormittags-Fenster und ein Abend-Fenster. Schritt drei: pack die zwei Slots wiederkehrend in deinen Kalender. Nicht als „Business" — schreib das konkrete Thema rein. „Reel-Aufnahme" oder „Coaching-Vorbereitung" — sonst füllt dein Hirn den Slot sofort mit Wäsche."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„So sieht das bei einer typischen Mentee aus die ich begleite — drei Kinder, Schule, Kita, ein Kleines. Ihre Power-Zeit eins ist Vormittags zwischen neun und elf, da schläft das Kleine und das Grosse ist in der Schule. Power-Zeit zwei ist abends zwischen neun und zehn, wenn alle im Bett sind und sie noch einen Kaffee schafft. Zwischen zwei und fünf wird gar nichts geplant — das ist Hausaufgaben-, Spielplatz-, Vor-dem-Abendessen-Chaos. Macht insgesamt drei Stunden Business-Zeit pro Tag. Das klingt wenig, aber drei mal fünf Tage sind fünfzehn Stunden die Woche. Damit baust du wirklich ein Business — wenn du sie nicht mit Mail-Checken verschwendest."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„Schau dir die Tabelle an — links ist der Plan den du wahrscheinlich versucht hast aufzustellen. Rechts ist wie die meisten Mamas wirklich produktiv werden. Wunsch-Plan: Business von 8 bis 17, Mittag-Pause, abends frei. Realitäts-Plan: zwei Power-Slots am Vormittag und am Abend, der ganze Nachmittag ist Pause oder Krisen-Modus, und abends ist nicht „eigentlich frei" — abends ist dein Slot. Das musst du auch deinem Mann oder deinem Umfeld erklären."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„Drei Sachen lass weg. Hör auf den perfekten Tagesplan zu schreiben — er wird sowieso umgeworfen. Vergleich dich nicht mit Frauen die andere Lebens-Realität haben — die Single-Bekannte oder die Mama mit Au-Pair haben einen anderen Tag als du, das ist keine Wertung sondern ein Fakt. Und stopf nicht deinen Nachmittag mit Business-Ehrgeiz voll. Der Nachmittag gehört dem Chaos. Akzeptier das und schütz deine zwei Power-Slots."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„Vier Sachen die du mitnimmst. Dein Tag hat zwei Power-Slots, nicht acht Stunden. Realität schlägt Wunsch — plane für die Du die du wirklich bist. Vormittags und abends ist das typische Muster. Und wichtig: Slots im Kalender mit konkretem Thema, nicht nur „Business". So baut sich dein realistischer Wochenrhythmus auf."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Outro:
„Bevor du zur 1.3 gehst — öffne dein Arbeitsblatt und mach das jetzt. Realitäts-Bild zeichnen, zwei Power-Slots markieren, Krisen-Slot benennen. Wenn du das nicht jetzt machst, machst du es nie. Du kennst dich. In Lektion 1.3 schauen wir uns dann an WAS in deine Power-Slots reingehört — die drei Säulen die ein Business wirklich tragen."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840480"/>
            <a:ext cx="3200400" cy="3200400"/>
          </a:xfrm>
          <a:prstGeom prst="ellipse">
            <a:avLst/>
          </a:prstGeom>
          <a:solidFill>
            <a:srgbClr val="DC822E">
              <a:alpha val="25000"/>
            </a:srgbClr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· SÄULE 1 — DU ERSCHAFFST DIR DIE ZEIT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Deine Realität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planst nicht 8 Stunden Business pro Tag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planst 2 Power-Stunden.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dieser Lektion findest du deine.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Ulmann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mumlifebalance.ch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1.2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du in den nächsten Minuten lernst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du dein Realitäts-Bild zeichnest (Kinder · Schule · Kita · zu Hause)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du deine 2 täglichen Power-Zeiten findest — basierend auf Energie, nicht Wunsch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an „normalen" Tagen aufgibst — und das ist gut so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die meisten Mamas ihren Tag planen — und woran es scheitert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planst Stunden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„Heute Vormittag arbeite ich 4 Stunden."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Vormittag hat aber nur 2 Stunden Kopf-frei.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planst Wunsch-Du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stehe um 5 auf und mache Sport."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Wunsch-Du hatte gestern Abend nicht das Kind im Bett.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planst „normale Tage"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„Mein normaler Tag sieht so aus..."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hast keine normalen Tage. Es gibt Schul-, Kita- und Krankheits-Tage.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REALITÄTS-WAHRHEIT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169164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Tag hat nicht 8 Stunden Business-Zeit.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hat 2.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das ist nicht weniger —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ist endlich ehrlich.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du deine 2 Power-Zeiten findest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Schritt 1 — Realität zeichnen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 für 7 Tage auf: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 sind die Kinder?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Wann hast du wirklich Kopf frei?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Wann bist du im Krisen-Modus?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Schritt 2 — Muster finden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die ZWEI besten Energie-Fenster der Woche.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 ein Vormittags-Slot + ein Abend-Slot.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Schritt 3 — Slot markieren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 diese 2 Slots als wiederkehrenden Termin in deinen Kalender.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„Business" — schreib das konkrete Thema rein.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TYPISCHES MAMA-CEO-BILD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sieht das bei vielen aus, die ich begleite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Kinder: 9, 6, 3 Jahre — Schule + Kindergarten + zu Hause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Power-Zeit 1: Vormittags 9-11 (Kleines schläft / Grosses in Schule)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Power-Zeit 2: Abends 21-22 (alle im Bett, Kaffee, ruhig)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Krisen-Slot: 14-17 Uhr — da wird nichts geplant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Insgesamt: 3 Stunden echte Business-Zeit pro Tag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920240"/>
            <a:ext cx="2743200" cy="22860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920240"/>
            <a:ext cx="73152" cy="228600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„Drei Stunden ist nicht wenig. Drei Stunden sind 15 die Woche. Damit baust du ein Business."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Wunsch-Plan vs. Realitäts-Plan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7A8A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WUNSCH-PLAN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DC8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REALITÄTS-PLAN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8-17 Uhr Business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9-11 + 21-22 Uhr Power-Slots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fix durchgeplant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Power-Zeiten fix, Rest flexibel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= Mittag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= ganzer Nachmittag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Abends „eigentlich frei"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Abends ist DEIN Slot, nicht Familien-Slot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du ab heute NICHT mehr machst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82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perfekten Tagesplan aufstellen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8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 mit Frauen vergleichen die andere Realität haben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82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Nachmittag mit Business-Ehrgeiz vollstopfen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NIMMST DU 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Tag hat 2 Power-Slots, nicht 8 Stunden — und das ist OK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Realität schlägt Wunsch — plane mit der Du, die du wirklich bist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81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Vormittags + Abends ist das typische Mama-Power-Muster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21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 deine Slots im Kalender mit konkretem Thema, nicht „Business"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nächster Schritt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3931920" cy="73152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ARBEITSBLATT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Heute füllst du aus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Realitäts-Bild zeichnen (Kinder · Schule · Kita · Zeit-Fenster)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2 Power-Zeiten KONKRET im Wochenplan markieren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Krisen-Slot benennen (wann nichts gehen wird)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37360"/>
            <a:ext cx="3931920" cy="73152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ALS NÄCHSTES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Lektion 1.3 — Die 3 Säulen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· Produkt · Verkauf — was bringt dein Business wirklich vorwärts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Diagnose: welche Säule fehlt bei dir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konkrete Action für nächste Woche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Mum Life Balance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Mama-CEO · Lektion 1.2 — Deine Realität</dc:title>
  <dc:subject>PptxGenJS Presentation</dc:subject>
  <dc:creator>Patricia Ulmann · Mum Life Balance</dc:creator>
  <cp:lastModifiedBy>Patricia Ulmann · Mum Life Balance</cp:lastModifiedBy>
  <cp:revision>1</cp:revision>
  <dcterms:created xsi:type="dcterms:W3CDTF">2026-05-21T14:27:22Z</dcterms:created>
  <dcterms:modified xsi:type="dcterms:W3CDTF">2026-05-21T14:27:22Z</dcterms:modified>
</cp:coreProperties>
</file>