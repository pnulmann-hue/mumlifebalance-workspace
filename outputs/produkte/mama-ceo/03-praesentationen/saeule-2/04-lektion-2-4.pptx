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1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5305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
„In der letzten Lektion hast du deine 7 Rollen reduziert. Jetzt gehen wir EINE Stufe tiefer: pro Rolle, welche Aufgaben gehören dazu — und welche kannst du loswerden."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„Der 4-Filter. Jede Aufgabe geht durch genau einen davon. B = Behalten — nur du. D = Delegieren — an Partner / Kinder / Eltern / Putzkraft. A = Automatisieren — Tool / Bot / Bestelldienst. A = Aufhören — fällt komplett weg."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„Wir denken oft nur an Delegieren oder Automatisieren — und vergessen AUFHÖREN. Frag dich pro Aufgabe: was passiert wirklich wenn ich's nicht mehr mache? Sehr oft: nichts. Oder es ist nach 2 Wochen vergessen. AUFHÖREN ist der grösste Hebel."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„Beispiele aus meinem eigenen Leben: WhatsApp-Familiengruppe stumm. Wäsche falte ich nicht mehr — zerknittert reicht, die ist eh wieder zerknittert in 2 Tagen. Tägliches Putzen weggefallen — Wochenend-Putz reicht. Geburtstagsgrüsse als WhatsApp-Sprachnotiz statt Anruf. Klingt klein. Summiert sich auf 5+ Stunden pro Woche."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„Delegieren heisst nicht nur ‚an die Putzkraft'. Es heisst: an wen kannst du WAS abgeben? Partner: oft mehr als du denkst, aber er muss klar wissen WAS. Kinder ab 6: Tischabräumen, Wäsche in Korb, Schulranzen-Vorbereitung. Eltern: Babysitting wenn nah. Externe: Putzkraft 2× monatlich, Migros-Lieferung, Babysitter für Date."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„Mein Delegationsplan in 5 Schritten. Eins: Liste aller Mama-Alltag-Aufgaben. Zwei: markieren welche delegierbar sind. Drei: pro Aufgabe entscheiden AN WEN. Vier: priorisieren — was kann SOFORT abgegeben werden. Fünf: klar kommunizieren — was, wer, bis wann, mit welchen Infos. Wichtig: vertrau der Person dass sie's hinkriegt — anders als du, aber hin."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„Automatisieren — was geht heute schon ohne dass du Tech-Profi sein musst. Migros-Online-Lieferung wiederkehrend (Wochenend-Grosseinkauf läuft automatisch). Geburtstags-Erinnerungen im Kalender. Geteilter Familienkalender. Sonntag-Wochenplan-Mail an alle. KI-Bots kommen in Säule 4 — aber das hier kannst du ab nächster Woche."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„Heute setzt du dir KEIN unrealistisches Ziel. Pro Rolle: identifiziere 1 Aufgabe die ab dieser Woche WEG ist — delegiert, automatisiert oder aufgehört. 7 Rollen = 7 Aufgaben weg = ungefähr 3-5 Stunden pro Woche zurück."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„Wenn du delegierst — wie sagst du's? Wichtig: nicht als Vorwurf, als Ich-Botschaft. ‚Ich brauche deine Hilfe bei X. Was hältst du davon wenn du ab nächster Woche Y machst?' Statt ‚du machst nie was im Haushalt'. Plus: ergebnisoffen. Wenn Partner Y anders macht als du — das ist OK."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„Im Arbeitsblatt: pro deiner 7 Rollen listest du 5-10 Aufgaben. Pro Aufgabe markierst du B/D/A/X. Für die D-Markierungen machst du den 5-Schritt-Delegationsplan."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Sprechnotiz:
„Du hast jetzt ein Werkzeug das du den Rest deines Lebens nutzen kannst. Jedes Mal wenn du dich überlastet fühlst: durch den 4-Filter."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Outro:
„In der nächsten Lektion: wie deine Haushalts-Aufgaben in deinen Wochenrhythmus passen. Welcher Tag Haushalt, welcher Business. Bis dann."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840480"/>
            <a:ext cx="3200400" cy="3200400"/>
          </a:xfrm>
          <a:prstGeom prst="ellipse">
            <a:avLst/>
          </a:prstGeom>
          <a:solidFill>
            <a:srgbClr val="DC822E">
              <a:alpha val="25000"/>
            </a:srgbClr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SÄULE 2 — DU BRICHST AUS DEM HAMSTERRAD AUS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kann WEG — </a:t>
            </a:r>
          </a:p>
          <a:p>
            <a:pPr marL="0" indent="0">
              <a:buNone/>
            </a:pPr>
            <a:r>
              <a:rPr lang="en-US" sz="4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4-Filter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der letzten Lektion hast du deine 7 Rollen reduziert.</a:t>
            </a:r>
            <a:endParaRPr lang="en-US" sz="1800" dirty="0"/>
          </a:p>
          <a:p>
            <a:pPr marL="0" indent="0">
              <a:buNone/>
            </a:pPr>
            <a:r>
              <a:rPr lang="en-US" sz="1800" i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Jetzt gehen wir EINE Stufe tiefer:</a:t>
            </a:r>
            <a:endParaRPr lang="en-US" sz="1800" dirty="0"/>
          </a:p>
          <a:p>
            <a:pPr marL="0" indent="0">
              <a:buNone/>
            </a:pPr>
            <a:r>
              <a:rPr lang="en-US" sz="1800" i="1" dirty="0">
                <a:solidFill>
                  <a:srgbClr val="2C3E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Rolle welche AUFGABEN gehören dazu — und welche kannst du loswerden?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8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Patricia Ulmann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mumlifebalance.ch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4-Filter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Aufgabe geht durch genau EINEN Filter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931920" cy="13716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09728" cy="137160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463040" y="1783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BEHALTEN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DU kannst das machen.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3931920" cy="13716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Shape 8"/>
          <p:cNvSpPr/>
          <p:nvPr/>
        </p:nvSpPr>
        <p:spPr>
          <a:xfrm>
            <a:off x="4663440" y="1554480"/>
            <a:ext cx="109728" cy="137160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577840" y="1783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DELEGIEREN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· Kinder · Eltern · Putzkraft.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3931920" cy="13716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109728" cy="1371600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6" name="Text 14"/>
          <p:cNvSpPr/>
          <p:nvPr/>
        </p:nvSpPr>
        <p:spPr>
          <a:xfrm>
            <a:off x="82296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46304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AUTOMATISIEREN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· Bot · Bestelldienst.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3108960"/>
            <a:ext cx="3931920" cy="13716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663440" y="3108960"/>
            <a:ext cx="109728" cy="1371600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493776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DC8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557784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AUFHÖREN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37760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Fällt komplett weg.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82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629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AUFHÖREN · DIE UNTERSCHÄTZTE OPTION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45093" y="103378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548640" y="166624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 dich pro Aufgabe: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„Was passiert wirklich wenn ich das nicht mehr mache?"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Sehr oft: nichts.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AUFHÖREN ist der grösste Hebel.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BEISPIELE AUFHÖREN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 meinem eigenen Alltag — klingt klein, summiert sich auf 5+ Stunden/Woche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400301"/>
            <a:ext cx="51206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Wäsche</a:t>
            </a: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glätten</a:t>
            </a: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sie ist eh wieder zerknittert in 2 Tagen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Tägliches Putzen — Wochenend-Putz reicht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</a:t>
            </a:r>
            <a:r>
              <a:rPr lang="en-US" sz="16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</a:t>
            </a: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Traritrara</a:t>
            </a: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einen</a:t>
            </a: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Kuchen </a:t>
            </a:r>
            <a:r>
              <a:rPr lang="en-US" sz="16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bringen</a:t>
            </a:r>
            <a:endParaRPr lang="en-US" sz="1600" dirty="0">
              <a:solidFill>
                <a:srgbClr val="2C3E5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 err="1"/>
              <a:t>Aktivitäten</a:t>
            </a:r>
            <a:r>
              <a:rPr lang="en-US" sz="1600" dirty="0"/>
              <a:t> der Kinder</a:t>
            </a:r>
          </a:p>
        </p:txBody>
      </p:sp>
      <p:sp>
        <p:nvSpPr>
          <p:cNvPr id="5" name="Shape 3"/>
          <p:cNvSpPr/>
          <p:nvPr/>
        </p:nvSpPr>
        <p:spPr>
          <a:xfrm>
            <a:off x="5852160" y="1920240"/>
            <a:ext cx="2743200" cy="22860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6" name="Shape 4"/>
          <p:cNvSpPr/>
          <p:nvPr/>
        </p:nvSpPr>
        <p:spPr>
          <a:xfrm>
            <a:off x="5852160" y="1920240"/>
            <a:ext cx="73152" cy="2286000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6080760" y="21031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PATRICIA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80760" y="246888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„Klingt klein. Summiert sich auf 5+ Stunden pro Woche frei."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DELEGIEREN · an wen?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2606040" cy="201168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6" name="Text 4"/>
          <p:cNvSpPr/>
          <p:nvPr/>
        </p:nvSpPr>
        <p:spPr>
          <a:xfrm>
            <a:off x="77724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 mehr als du denkst.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er muss klar wissen WAS.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11880" y="1737360"/>
            <a:ext cx="548640" cy="54864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3611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37560" y="2468880"/>
            <a:ext cx="2606040" cy="201168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Text 9"/>
          <p:cNvSpPr/>
          <p:nvPr/>
        </p:nvSpPr>
        <p:spPr>
          <a:xfrm>
            <a:off x="356616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Kinder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566160" y="32461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Kinder </a:t>
            </a:r>
            <a:r>
              <a:rPr lang="en-US" sz="14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sollen</a:t>
            </a: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14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dürfen</a:t>
            </a: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mithelfen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0" y="1737360"/>
            <a:ext cx="548640" cy="54864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4" name="Text 12"/>
          <p:cNvSpPr/>
          <p:nvPr/>
        </p:nvSpPr>
        <p:spPr>
          <a:xfrm>
            <a:off x="64008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2468880"/>
            <a:ext cx="2606040" cy="201168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Eltern &amp; Externe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355080" y="32461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Eltern: Babysitting wenn nah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Externe: Putzkraft 2×/Monat Migros-</a:t>
            </a:r>
            <a:r>
              <a:rPr lang="en-US" sz="14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Lieferung</a:t>
            </a: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Babysitter für Date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5-Schritt-Delegationsplan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Mein Plan aus dem Mama Balance Meisterkurs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02920" cy="502920"/>
          </a:xfrm>
          <a:prstGeom prst="ellipse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417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aller delegierbarer Aufgaben — was genau ist das?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502920" cy="502920"/>
          </a:xfrm>
          <a:prstGeom prst="ellipse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201168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Markieren — was kann WIRKLICH delegiert werden?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606040"/>
            <a:ext cx="502920" cy="502920"/>
          </a:xfrm>
          <a:prstGeom prst="ellipse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Text 9"/>
          <p:cNvSpPr/>
          <p:nvPr/>
        </p:nvSpPr>
        <p:spPr>
          <a:xfrm>
            <a:off x="64008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260604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WEN konkret? — Person mit Namen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20040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Priorisieren — was sofort, was später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794760"/>
            <a:ext cx="502920" cy="502920"/>
          </a:xfrm>
          <a:prstGeom prst="ellipse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64008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79476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 kommunizieren — was · bis wann · mit welchen Infos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AUTOMATISIEREN · was geht heute schon?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Ohne Tech-Profi zu sein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51206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Migros-Online-Lieferung wiederkehrend (Wochen-Grosseinkauf läuft automatisch)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Geburtstags-Erinnerungen im Kalender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Geteilter Familienkalender (Google · iCal · FamilyWall)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Sonntag-</a:t>
            </a:r>
            <a:r>
              <a:rPr lang="en-US" sz="16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Wochenplan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Newsletter-Bot · Auto-Antworten in DMs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852160" y="1920240"/>
            <a:ext cx="2743200" cy="22860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6" name="Shape 4"/>
          <p:cNvSpPr/>
          <p:nvPr/>
        </p:nvSpPr>
        <p:spPr>
          <a:xfrm>
            <a:off x="5852160" y="1920240"/>
            <a:ext cx="73152" cy="2286000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6080760" y="21031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PATRICIA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80760" y="246888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0D61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„KI-Bots kommen in Säule 4 — aber das hier kannst du ab nächster Woche."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82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ROLLE · 1 AUFGABE WEG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96080" y="695960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548640" y="1815253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Heute kein unrealistisches Ziel.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Rolle: 1 Aufgabe diese Woche WEG —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delegiert · automatisiert · aufgehört.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Rollen = 7 Aufgaben weg = 3–5 Stunden zurück.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Kommunizieren ohne Streit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706702"/>
              </p:ext>
            </p:extLst>
          </p:nvPr>
        </p:nvGraphicFramePr>
        <p:xfrm>
          <a:off x="548640" y="1479973"/>
          <a:ext cx="8046720" cy="283464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kern="0" spc="300" dirty="0">
                          <a:solidFill>
                            <a:srgbClr val="7A8A9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NICHT 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kern="0" spc="300" dirty="0">
                          <a:solidFill>
                            <a:srgbClr val="DC82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SONDERN 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„Du machst nie was im Haushalt."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A3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„Ich brauch deine Hilfe bei X. Was hältst du davon wenn du Mi+Fr Y machst?"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„Kannst du heute Abend kochen?"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A3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„Ab nächster Woche: Di+Do kochst du."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„Wenn es dich nicht stört…"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A3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„Aufgabe X gehört ab nächster Woche zu dir."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„Vielleicht könntest du…"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A3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„Das macht mir Freude wenn du es übernimmst."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82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3767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INS ARBEITSBLATT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7680" y="874607"/>
            <a:ext cx="548640" cy="36576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8046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deiner 7 Rollen: 5–10 Aufgaben listen.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Aufgabe: B / D / A / X markieren.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Für die D-Markierungen: 5-Schritt-Delegationsplan.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82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NIMMST DU MIT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1EC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11480" cy="41148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8013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4-Filter pro Aufgabe: B · D · A · X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411480" cy="41148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244144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(AUFHÖREN) ist der grösste Hebel — meist unterschätzt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108960"/>
            <a:ext cx="411480" cy="41148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34440" y="30815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5-Schritt-Delegationsplan: konkret · an wen · bis wann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749040"/>
            <a:ext cx="411480" cy="411480"/>
          </a:xfrm>
          <a:prstGeom prst="ellipse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372160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 für dein ganzes Leben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F1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Dein nächster Schritt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931920" cy="27432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931920" cy="73152"/>
          </a:xfrm>
          <a:prstGeom prst="rect">
            <a:avLst/>
          </a:prstGeom>
          <a:solidFill>
            <a:srgbClr val="12828C"/>
          </a:solidFill>
          <a:ln w="12700">
            <a:solidFill>
              <a:srgbClr val="1282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5" name="Text 3"/>
          <p:cNvSpPr/>
          <p:nvPr/>
        </p:nvSpPr>
        <p:spPr>
          <a:xfrm>
            <a:off x="77724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6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ARBEITSBLATT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4-Filter komplett anwenden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Rolle: 5-10 Aufgaben + B/D/A/X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2 Aufgaben AUFHÖREN (X)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Sofort-D-Aufgaben: 5-Schritt-Delegationsplan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737360"/>
            <a:ext cx="3931920" cy="2743200"/>
          </a:xfrm>
          <a:prstGeom prst="rect">
            <a:avLst/>
          </a:prstGeom>
          <a:solidFill>
            <a:srgbClr val="F1ECDD"/>
          </a:solidFill>
          <a:ln w="12700">
            <a:solidFill>
              <a:srgbClr val="F1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Shape 7"/>
          <p:cNvSpPr/>
          <p:nvPr/>
        </p:nvSpPr>
        <p:spPr>
          <a:xfrm>
            <a:off x="4663440" y="1737360"/>
            <a:ext cx="3931920" cy="73152"/>
          </a:xfrm>
          <a:prstGeom prst="rect">
            <a:avLst/>
          </a:prstGeom>
          <a:solidFill>
            <a:srgbClr val="DC822E"/>
          </a:solidFill>
          <a:ln w="12700">
            <a:solidFill>
              <a:srgbClr val="DC82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/>
          <p:cNvSpPr/>
          <p:nvPr/>
        </p:nvSpPr>
        <p:spPr>
          <a:xfrm>
            <a:off x="489204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DC8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ALS NÄCHSTES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9204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A3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Lektion 2.5 — Haushalt + Familie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92040" y="283464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Familienorga-Typ-Test (3 Typen)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Wochen-Haushalts-Verteilung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Familien-Beiträge nach Alter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Mama-CEO · Modul 1 · Lektion 2.4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0" y="4800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7A8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Life Balance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1315</Words>
  <Application>Microsoft Office PowerPoint</Application>
  <PresentationFormat>Bildschirmpräsentation (16:9)</PresentationFormat>
  <Paragraphs>157</Paragraphs>
  <Slides>12</Slides>
  <Notes>12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Mum Life Balance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Mama-CEO · Lektion 2.4 — Was kann WEG · 4-Filter</dc:title>
  <dc:subject>PptxGenJS Presentation</dc:subject>
  <dc:creator>Patricia Ulmann · Mum Life Balance</dc:creator>
  <cp:lastModifiedBy>Patricia Ulmann</cp:lastModifiedBy>
  <cp:revision>2</cp:revision>
  <dcterms:created xsi:type="dcterms:W3CDTF">2026-05-21T20:18:30Z</dcterms:created>
  <dcterms:modified xsi:type="dcterms:W3CDTF">2026-05-22T06:28:31Z</dcterms:modified>
</cp:coreProperties>
</file>