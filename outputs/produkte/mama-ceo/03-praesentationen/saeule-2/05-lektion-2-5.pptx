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1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8090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
„Säule 1 hat dir Business-Rhythmus gegeben. Jetzt fügen wir den Haushalt dazu — damit dein Wochenrhythmus ein KOMPLETTES Bild ist. Kein Vergessen, kein Planlos-Sein um 17 Uhr."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„Ein unstrukturierter Haushalt frisst dich täglich auf. Du läufst von Küche zu Wäsche zu Wohnzimmer zu Spielzeug-Aufräumen — ohne Plan. 2 Stunden vergehen. Mit Plan: 30-45 Min am Tag, und du fühlst dich nicht ‚nie fertig'. Das ist der Hebel."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„Bevor wir Haushalt planen — finden wir DEINEN Typ. Weil ein Notion-Mensch leidet mit Wandkalender. Ein Analog-Mensch leidet mit Notion. Drei Typen: Analog &amp; achtsam. Digital &amp; pragmatisch. Struktur-Lover. Welcher bist du?"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„Wir machen jetzt einen kurzen Test aus meinem Familienorga-for-real-Kurs. 7 Fragen. Du antwortest aus dem Bauch raus. Am Ende zählst du wieviel A, wieviel B, wieviel C."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„Frage eins — wie planst du aktuell deine Woche? A: Notizzettel, Kalender und Stift — alles analog. B: Handy-Kalender oder App — eher basic. C: Tools wie Trello, Notion oder ein komplexes System. Geh durch alle 7 Fragen in deinem Arbeitsblatt — eine Frage 30 Sekunden, kein langes Überlegen."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„Auswertung. Meistens A: du bist analog &amp; achtsam. Du brauchst was zum Anfassen — Wandkalender, Whiteboard in der Küche, Listen auf dem Tisch. Meistens B: du bist digital &amp; pragmatisch. Familienkalender-App, FamilyWall, Google Kalender für alle. Meistens C: Struktur-Lover, du baust dir dein Notion oder Trello mit Boards. Mix möglich — z.B. Wandkalender + Familien-Chat-App."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„Jetzt dein Wochen-Haushalts-Plan. Beispiel-Verteilung: Mo Wäsche-Tag (anfangen). Di Wocheneinkauf. Mi Bäder. Do Wäsche fertigstellen + zusammenlegen (oder NICHT-zusammenlegen, je nach Standard). Fr Wohnung-Tiefenputz. Sa Garten / Saisonales. So FREI — kein Haushalt am Sonntag. Wichtig: max. 1 grosse Haushaltsaufgabe pro Tag. Mehr nicht. Alles andere geht im Vorbeigehen."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„Jetzt verbinden wir's mit deinem Business-Rhythmus aus Säule 1. Beispiel: Mo Vormittag Business (Strategie), Nachmittag Haushalt (Wäsche). Keine Überschneidungen. Wenn beides gleichzeitig läuft, leiden beide. Trag das in deinem Arbeitsblatt ein."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„Du machst NICHT alles selbst. Familien-Beitrags-Tabelle. Mama: Plan + Verteilung + grosse Aufgaben. Papa: Aufgabe X täglich + Aufgabe Y wöchentlich. Kind ab 6: Tischabräumen, Schulranzen-Vorbereitung. Kind ab 10: Wäschen aufhängen, Müll runter. Kind ab 13: Eine Mahlzeit pro Woche kochen. Klare Verantwortung pro Person."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„Wichtige Botschaft: das hier ist kein Perfektion-Programm. Wäsche ist eh wieder dreckig in 2 Tagen. Boden ist eh wieder krümelig nach dem Abendessen. Realistischer Standard heisst: 80% sauber ist gut genug. Niemand kommt überraschend zur Inspektion."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Outro:
„Im Arbeitsblatt: das 7-Fragen-Quiz mit deiner Auswertung. Dein Haushalts-Wochenplan Mo-So. Die Familien-Beitrags-Tabelle für alle in deinem Haushalt."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„In der letzten Lektion von Säule 2 schauen wir die häufigsten Blockaden an die Mama-CEOs in den ersten 8 Wochen erleben — und installieren dein Sonntag-Reset. Bis dann."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840480"/>
            <a:ext cx="3200400" cy="3200400"/>
          </a:xfrm>
          <a:prstGeom prst="ellipse">
            <a:avLst/>
          </a:prstGeom>
          <a:solidFill>
            <a:srgbClr val="DC822E">
              <a:alpha val="25000"/>
            </a:srgbClr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 · SÄULE 2 — DU BRICHST AUS DEM HAMSTERRAD AUS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Haushalt + Familie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 Wochenrhythmus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Säule 1 hat dir Business-Rhythmus gegeben.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Jetzt fügen wir den Haushalt dazu —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kein Planlos-Stehen mehr um 17 Uhr.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Patricia Ulmann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mumlifebalance.ch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82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495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ZEIT-WAHRHEIT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7680" y="809244"/>
            <a:ext cx="548640" cy="36576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48640" y="168021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Unstrukturierter Haushalt frisst 2 Stunden pro Tag.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Strukturierter Haushalt: 30–45 Min.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sind 1.5 Stunden zurück — täglich.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Stunden Business-Zeit zusätzlich pro Woche.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bist ein Organisations-Typ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2651760" cy="237744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73152" cy="2377440"/>
          </a:xfrm>
          <a:prstGeom prst="rect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 A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Analog &amp;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achtsam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Wandkalender · Notizbuch ·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Papier-Listen.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brauchst was zum Anfassen.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37560" y="2103120"/>
            <a:ext cx="2651760" cy="237744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Shape 6"/>
          <p:cNvSpPr/>
          <p:nvPr/>
        </p:nvSpPr>
        <p:spPr>
          <a:xfrm>
            <a:off x="3337560" y="2103120"/>
            <a:ext cx="73152" cy="2377440"/>
          </a:xfrm>
          <a:prstGeom prst="rect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361188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 B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&amp;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pragmatisch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11880" y="29718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Familien-App (FamilyWall) ·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Kalender geteilt.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Einfach, familientauglich.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2103120"/>
            <a:ext cx="2651760" cy="237744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Shape 10"/>
          <p:cNvSpPr/>
          <p:nvPr/>
        </p:nvSpPr>
        <p:spPr>
          <a:xfrm>
            <a:off x="6126480" y="2103120"/>
            <a:ext cx="73152" cy="2377440"/>
          </a:xfrm>
          <a:prstGeom prst="rect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640080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 C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 err="1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Struktur</a:t>
            </a:r>
            <a:r>
              <a:rPr lang="en-US" sz="1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-Lover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29718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· Trello ·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Boards.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liebst Systeme.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82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1733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QUICK-TEST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7680" y="800777"/>
            <a:ext cx="548640" cy="36576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Fragen aus meinem Familienorga-for-real-Kurs.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Antworte aus dem Bauch raus — 30 Sek pro Frage.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 Ende zählst du wieviel A, wieviel B, wieviel C.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BEISPIEL-FRAGE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Frage 1 (von 7) im Arbeitsblatt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„Wie planst du aktuell deine Woche?"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Notizzettel, Kalender, Stift — alles analog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Handy-Kalender oder App — eher basic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Tools wie Trello, Notion oder ein komplexes System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Alle 7 Fragen im Arbeitsblatt — eine Frage 30 Sek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852160" y="1920240"/>
            <a:ext cx="2743200" cy="228600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5852160" y="1920240"/>
            <a:ext cx="73152" cy="2286000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608076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80760" y="24688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0D61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„Nicht überlegen — aus dem Bauch raus."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Auswertung · Was bist du?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606040" cy="201168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D61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Meistens 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Typ „Analog &amp; achtsam"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Empfehlung: Wandkalender · Whiteboard in der Küche · Listen auf dem Tisch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11880" y="1737360"/>
            <a:ext cx="548640" cy="548640"/>
          </a:xfrm>
          <a:prstGeom prst="ellipse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36118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37560" y="2468880"/>
            <a:ext cx="2606040" cy="201168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3566160" y="2651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D61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Meistens 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59" y="3246120"/>
            <a:ext cx="227245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Typ „Digital &amp; pragmatisch"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Empfehlung: Familienkalender-App · FamilyWall · Google Kalender für alle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1737360"/>
            <a:ext cx="548640" cy="548640"/>
          </a:xfrm>
          <a:prstGeom prst="ellipse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64008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26480" y="2468880"/>
            <a:ext cx="2606040" cy="201168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6355080" y="2651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D61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Meistens 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55080" y="32461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Typ „Struktur-Lover"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Empfehlung: Notion oder Trello mit Boards (in Säule 3 gebaut)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Beispiel-Haushalts-Wochenplan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Max. 1 grosse Aufgabe pro Tag — mehr nicht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31520" cy="411480"/>
          </a:xfrm>
          <a:prstGeom prst="rect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4173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Wäsche-Tag (anfangen)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731520" cy="411480"/>
          </a:xfrm>
          <a:prstGeom prst="rect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9202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Wochen-Einkauf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731520" cy="411480"/>
          </a:xfrm>
          <a:prstGeom prst="rect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4231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Bäder putzen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731520" cy="411480"/>
          </a:xfrm>
          <a:prstGeom prst="rect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548640" y="29260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29260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Wäsche fertigstellen (oder NICHT zusammenlegen)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731520" cy="411480"/>
          </a:xfrm>
          <a:prstGeom prst="rect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4290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Wohnung-Tiefenputz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731520" cy="411480"/>
          </a:xfrm>
          <a:prstGeom prst="rect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/>
          <p:nvPr/>
        </p:nvSpPr>
        <p:spPr>
          <a:xfrm>
            <a:off x="548640" y="39319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39319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Garten · Saisonales · Familien-Aktivität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731520" cy="411480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44348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 — kein Haushalt am Sonntag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Verbindung mit Business-Rhythmus (Säule 1)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797860"/>
              </p:ext>
            </p:extLst>
          </p:nvPr>
        </p:nvGraphicFramePr>
        <p:xfrm>
          <a:off x="548640" y="1257300"/>
          <a:ext cx="8046720" cy="34290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300" dirty="0">
                          <a:solidFill>
                            <a:srgbClr val="7A8A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 / VORMITTAG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300" dirty="0">
                          <a:solidFill>
                            <a:srgbClr val="DC8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 / NACHMITTAG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 · Business CEO-Slot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 · Wäsche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· Business Sichtbarkeit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· Wocheneinkauf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 · Business Kunde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 · Bäder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· Business Sichtbarkeit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· Wäsche fertig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 · Business CEO-Slot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 · Tiefenputz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Familien-Beiträge nach Alter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machst NICHT alles selbst — jede Person hat ihren Anteil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6517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TÄGLICH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WÖCHENTLICH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6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+ grosse Aufgaben + Verteilung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Sonntag-Reset · Familien-Check-in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6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Aufgabe X täglich (z.B. Bad-Routine)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Aufgabe Y wöchentlich (z.B. Mi+Fr kochen)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6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 ab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Tischabräumen · Wäsche-Korb · Schulranzen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Spielzeug komplett aufräumen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6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 ab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Wäsche aufhängen · Müll runter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Geschirrspüler · eigene Wäsche-Korb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6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 ab 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Eigene Wäsche · Schulplanung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Mahlzeit kochen · Einkauf für sich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82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6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PERFEKTIONISMUS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7680" y="845820"/>
            <a:ext cx="548640" cy="36576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48640" y="164846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Wäsche ist eh wieder dreckig in 2 Tagen.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Boden ist eh wieder krümelig nach dem Abendessen.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 sauber ist gut genug.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Niemand kommt überraschend zur Inspektion.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Dein nächster Schritt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931920" cy="274320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931920" cy="73152"/>
          </a:xfrm>
          <a:prstGeom prst="rect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ARBEITSBLATT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Familienorga-Set-up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7-Fragen-Quiz machen → dein Typ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Haushalts-Wochenplan ausfüllen (Mo-Sa, So frei)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Familien-Beitrags-Tabelle (Partner · Kinder)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Familien-Gespräch planen — wann führst du es ein?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737360"/>
            <a:ext cx="3931920" cy="274320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4663440" y="1737360"/>
            <a:ext cx="3931920" cy="73152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489204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ALS NÄCHSTES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Lektion 2.6 — 5 Blockaden + Sonntag-Reset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283464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typische Mama-CEO-Blockaden in den ersten 4 Wochen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Blockade trifft DICH am wahrscheinlichsten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Sonntag-Reset im Kalender einrichten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82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699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LEKTION · 2.6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7680" y="845820"/>
            <a:ext cx="548640" cy="36576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48640" y="167513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letzte Lektion von Säule 2.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typische Blockaden in den </a:t>
            </a:r>
            <a:r>
              <a:rPr lang="en-US" sz="2800" b="1" dirty="0" err="1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ersten</a:t>
            </a:r>
            <a:r>
              <a:rPr lang="en-US" sz="28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28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Wochen.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 dein Sonntag-Reset als wiederkehrender Termin im Kalender.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Bis dann.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2.5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1331</Words>
  <Application>Microsoft Office PowerPoint</Application>
  <PresentationFormat>Bildschirmpräsentation (16:9)</PresentationFormat>
  <Paragraphs>176</Paragraphs>
  <Slides>12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Mum Life Balance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Mama-CEO · Lektion 2.5 — Haushalt + Familie</dc:title>
  <dc:subject>PptxGenJS Presentation</dc:subject>
  <dc:creator>Patricia Ulmann · Mum Life Balance</dc:creator>
  <cp:lastModifiedBy>Patricia Ulmann</cp:lastModifiedBy>
  <cp:revision>2</cp:revision>
  <dcterms:created xsi:type="dcterms:W3CDTF">2026-05-21T20:18:30Z</dcterms:created>
  <dcterms:modified xsi:type="dcterms:W3CDTF">2026-05-22T06:32:18Z</dcterms:modified>
</cp:coreProperties>
</file>