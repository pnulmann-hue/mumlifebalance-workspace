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
„Willkommen zur wichtigsten Lektion im Programm. Wenn du heute nur EINE Lektion machst, dann diese. Ich entwickelte die Hütchenmethode in meinem Mama Balance Meisterkurs vor 2 Jahren — und sie verändert jedes Mal wieder das Spiel."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„Jede Rolle die du in deinem Leben trägst, ist ein Hut. Mama ist ein Hut. Frau ist ein Hut. Tochter, Schwester, Freundin, Vereinsmitglied, Networkerin, Unternehmerin, Hausfrau, Sportlerin, Hobbygärtnerin — alles eigene Hüte. Du trägst sie nicht alle gleichzeitig. Du wechselst."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„Das Problem: die meisten Mamas tragen 12 bis 18 Hüte gleichzeitig — und merken's gar nicht. Jeder einzelne Hut ist eine mentale Last. Auch wenn du gerade nicht in der Rolle bist, ist der Hut präsent. Das ist Mental Load."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„Vier Schritte. Erstens: alle Hüte AUFLISTEN — ehrlich. Zweitens: jeden Hut BEWERTEN — angenehm, unangenehm, neutral. Drittens: jeden Hut einer KATEGORIE zuordnen — automatisch, aus Pflicht, unwichtig, auf Zeit, Hobby. Viertens: REDUZIEREN auf maximal 7. Mehr trägst du nicht ohne Burnout."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„Wir starten mit dem 16-Felder-Raster aus deinem Arbeitsblatt. 16 Felder — füll sie. Wenn du weniger als 16 Rollen hast, super. Falls mehr — dann notiere die weiteren auf der Rückseite. Aber meistens passen die 12-18 echten Rollen ins Raster. Geh durch deinen Alltag: morgens als Mama, vormittags als Unternehmerin, mittags als Hausfrau, nachmittags als Mama, abends als Frau, dazwischen Tochter wenn deine Mutter anruft, am Mittwochabend Vereinsmitglied wenn du zum Chor gehst..."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„Hier 16 typische Mama-Hüte zur Inspiration — aber nimm DEINE. Vielleicht hast du ‚Reitlehrerin für meine Tochter' oder ‚Hauptverantwortliche für die Pflege der Schwiegermutter' oder ‚Buchhalterin im Family Trust'. Alles zählt."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„Schritt zwei: gehe jeden Hut durch. Mach ein Plus wenn diese Rolle dir Freude macht und Energie gibt. Minus wenn sie dich auslaugt und du sie eigentlich nicht willst. Gleichheits-Zeichen wenn sie neutral ist — du machst's, aber ohne grossen Energie-Effekt."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„Schritt drei: jede Rolle bekommt eine Kategorie. Erstens: AUTOMATISCHE Rolle — die ist da weil du Mama bist, Frau bist, Mensch bist. Geht nicht weg. Zweitens: PFLICHTBEWUSSTSEIN — du fühlst dich verpflichtet, willst aber eigentlich nicht. Drittens: UNWICHTIGE NEBENROLLE — kostet Zeit, bringt wenig. Viertens: ROLLE AUF ZEIT — vorübergehend (z.B. Pflege während Krankheit). Fünftens: HOBBY — du machst's aus Liebe. Wichtig: Kategorie ehrlich, nicht ‚wie es sich gehört'."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„Schritt vier: REDUZIERE auf maximal 7. Welche kannst du LOSLASSEN? Kandidaten zum Loslassen: alle aus ‚Pflichtbewusstsein' (Frage dich: was passiert wirklich wenn ich Nein sage?) und alle aus ‚unwichtige Nebenrolle'. ‚Rolle auf Zeit' bleibt nur so lange wie nötig. Hobbys: 1-2 bewusst gewählte."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„Warum 7? Forschung zeigt: ab mehr als 7 gleichzeitig getragenen Rollen sinkt deine Lebenszufriedenheit messbar. Bei 12+ Rollen bist du im chronischen Stress. 7 ist das Maximum für ein Leben das sich nicht überlastet anfühlt."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„Die Angst beim Loslassen: ‚dann sind alle sauer auf mich'. Realität: meistens passieren 3 Dinge. Erstens: du fühlst Erleichterung. Zweitens: kurzer Schreck bei den Anderen. Drittens: nach 2 Wochen merkt's niemand mehr. Probier's aus."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„Trag jetzt deine 7 verbleibenden Hüte auf das Hauptfeld in deinem Arbeitsblatt ein. Die sind ab jetzt deine Rollen. Wenn jemand fragt: ‚übernimmst du Rolle X?' und Rolle X passt zu keiner deiner 7 — dann ist die Antwort Nein. Höflich, aber klar."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Outro:
„Im Arbeitsblatt: das vollständige Hütchen-Inventar — bewertet, kategorisiert, reduziert. Plus oben drauf deine 7 Hauptrollen. Bring das zum Live-Call 1."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„In der nächsten Lektion gehen wir die losgelassenen Hüte durch und entscheiden pro Aufgabe darin: behalten · delegieren · automatisieren · aufhören. Bis dann."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C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840480"/>
            <a:ext cx="3200400" cy="3200400"/>
          </a:xfrm>
          <a:prstGeom prst="ellipse">
            <a:avLst/>
          </a:prstGeom>
          <a:solidFill>
            <a:srgbClr val="DC822E">
              <a:alpha val="25000"/>
            </a:srgbClr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486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SÄULE 2 · 🌟 MASTERY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Hütchenmethode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Brain Dump + Rollen sortieren.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wichtigste Lektion im ganzen Programm.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 — bring Stift, Arbeitsblatt, ungestörte Zeit mit.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8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Patricia Ulmann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mumlifebalance.ch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EIN „HUT"?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 Rolle die du in deinem Leben trägst,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ist ein Hut.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Mama · Frau · Tochter · Networkerin · Unternehmerin · Hausfrau ...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meisten Mamas tragen 12–18 Hüte gleichzeitig.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merken es nicht.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Jeder einzelne Hut ist eine mentale Last.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ist Mental Load.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Hütchen-Methode in 4 Schritten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7160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AUFLISTEN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Hüte ehrlich aufschreiben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640080" cy="6400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BEWERTEN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6060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angenehm / – unangenehm / = neutral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640080" cy="6400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KATEGORISIEREN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4290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 · Pflicht · Nebenrolle · Auf Zeit · Hobby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640080" cy="6400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REDUZIEREN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42519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max. 7 Hüte — Rest bewusst loslassen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1 · AUFLISTEN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Felder im Arbeitsblatt.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Füll jedes Feld mit einer deiner Rollen.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Ehrlich — auch die kleinen.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Meistens kommen 12–18 raus.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 TYPISCHER MAMA-HÜTE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Nimm DEINE — das hier ist nur Inspiration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 · Frau/Partnerin · Tochter · Schwester · Freundin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Hausfrau · Köchin · Putzkraft · Chauffeurin · Wäscherin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Networkerin · Unternehmerin · Buchhalterin · Marketing-Verantwortliche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Vereinsmitglied · Hobby-Gärtnerin · Sportlerin · Reise-Planerin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Pflegerin (für Eltern) · Schwiegertochter · Patin · Mentorin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52160" y="1920240"/>
            <a:ext cx="2743200" cy="22860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1920240"/>
            <a:ext cx="73152" cy="2286000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80760" y="2103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80760" y="24688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„Vielleicht hast du auch ‚Reitlehrerin für meine Tochter' oder ‚Hauptverantwortliche im Family Trust'. Alles zählt."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BEWERTEN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angenehm (gibt dir Energie)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unangenehm (laugt aus)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neutral (machst es, ohne Effekt)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Schritt 3 · 5 Kategorien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Rolle bekommt eine Kategorie — ehrlich, nicht „wie es sich gehört"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25880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AUTOMATISCH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1371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Mama, Frau, Mensch — geht nicht weg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2588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PFLICHTBEWUSSTSEIN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20116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fühlst dich verpflichtet, willst aber nicht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65176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2651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NEBENROLLE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06240" y="26517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Kostet Zeit, bringt wenig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2588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 ZEIT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06240" y="32918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Vorübergehend (z.B. Pflege der Schwiegermutter)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325880" y="3931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HOBBY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06240" y="3931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machst es aus Liebe — Reiten, Garten, Sport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 · REDUZIEREN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 maximal 7 Hauptrollen.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Kandidaten zum Loslassen: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alle P (Pflichtbewusstsein) + alle N (Nebenrolle).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 bleibt nur so lange wie nötig.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MAXIMAL 7?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 mehr als 7 gleichzeitig getragenen Rollen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sinkt deine Lebenszufriedenheit messbar.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 12+ bist du im chronischen Stress.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ist das Maximum für ein Leben das sich nicht überlastet anfühlt.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wirklich passiert wenn du Nein sagst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2651760" cy="237744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103120"/>
            <a:ext cx="73152" cy="237744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fühlst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Erleichterung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wenn du erst Schuld spürst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2 Tagen ist es Erleichterung.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37560" y="2103120"/>
            <a:ext cx="2651760" cy="237744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2103120"/>
            <a:ext cx="73152" cy="237744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Kurzer Schreck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 den anderen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11880" y="29718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Vereins-Kolleginnen / Schwiegermutter / Bekannte sind irritiert.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sie überleben 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2103120"/>
            <a:ext cx="2651760" cy="237744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2103120"/>
            <a:ext cx="73152" cy="237744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Nach 2 Wochen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merkt es niemand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0" y="29718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Welt dreht sich weiter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dass du in 15 Rollen gleichzeitig steckst.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 SIE EIN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Deine 7 verbleibenden Hüte aufs Hauptfeld im Arbeitsblatt.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sind ab jetzt DEINE Rollen.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Wenn jemand fragt „übernimmst du Rolle X?" und X passt zu keiner deiner 7 —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antwortest du höflich aber klar: Nein.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 nächster Schritt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931920" cy="27432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737360"/>
            <a:ext cx="3931920" cy="73152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D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ARBEITSBLATT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Hütchen-Inventar komplett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16-Felder-Raster ausgefüllt + bewertet (+/–/=)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Kategorie pro Rolle (A · P · N · Z · 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Reduktion auf max. 7 Hauptrollen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kommunizierst du die Loslass-Rollen?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Bring das zum Live-Call 1 mit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737360"/>
            <a:ext cx="3931920" cy="27432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737360"/>
            <a:ext cx="3931920" cy="73152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ALS NÄCHSTES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9204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Lektion 2.4 — 4-Filter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92040" y="28346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Aufgabe: BEHALTEN · DELEGIEREN · AUTOMATISIEREN · AUFHÖREN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AUFHÖREN ist die unterschätzte Power-Option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5-Schritt-Delegationsplan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LEKTION · 2.4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der nächsten Lektion gehen wir die einzelnen AUFGABEN durch.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Aufgabe: behalten · delegieren · automatisieren · aufhören.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Bis dann.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Mum Life Balance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Mama-CEO · Lektion 2.3 MASTERY — Hütchenmethode</dc:title>
  <dc:subject>PptxGenJS Presentation</dc:subject>
  <dc:creator>Patricia Ulmann · Mum Life Balance</dc:creator>
  <cp:lastModifiedBy>Patricia Ulmann · Mum Life Balance</cp:lastModifiedBy>
  <cp:revision>1</cp:revision>
  <dcterms:created xsi:type="dcterms:W3CDTF">2026-05-21T20:18:30Z</dcterms:created>
  <dcterms:modified xsi:type="dcterms:W3CDTF">2026-05-21T20:18:30Z</dcterms:modified>
</cp:coreProperties>
</file>