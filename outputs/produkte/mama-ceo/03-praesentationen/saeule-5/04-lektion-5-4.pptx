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sie, die letzte Lektion des ganzen Programms. Wir machen jetzt aus all deiner Arbeit einen konkreten Plan für die nächsten neunzig Tage, damit du nicht mit einem schönen Gefühl, sondern mit klaren Schritten rausgehst.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 Plan kommt direkt aus deiner Matrix. Du hast dort gesehen, was zu KI und System soll. Jetzt entscheidest du nur noch: was davon baue ich zuerst? Du erfindest nichts Neues, du priorisierst, was schon dasteht.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die wichtigste Begrenzung: maximal drei Sachen für neunzig Tage. Nicht zehn. Drei konkrete Dinge, die du baust oder einrichtest, zum Beispiel einen weiteren Bot, eine Automatik, ein abgegebenes Ämtli. Drei, die du wirklich durchziehst, sind mehr wert als zehn, die du anfängst.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mein Lieblingsteil, der fast nie gemacht wird: schreib auf, was du in diesen neunzig Tagen bewusst NICHT machst. Kein neues Tool, keine neue Plattform, kein neues Produkt. Diese Nicht-Liste schützt deinen Fokus mehr als jede To-do-Liste.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damit du wirklich ins Tun kommst, der wichtigste Satz zum Schluss: fertig ist besser als perfekt. Deine Bots dürfen holprig starten, deine Systeme dürfen Version eins sein. Du verbesserst im Tun, nicht im Grübeln. Das ist der Unterschied zwischen Mamas, die planen, und Mama-CEOs, die liefern.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 bist nach diesem Programm nicht allein. Die Community bleibt offen, auch nach den acht Wochen. Da hast du deine Sparring-Partnerinnen, da fragst du nach, da feierst du Erfolge. Skalieren ist leichter, wenn man nicht allein 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dein wichtigster Begleiter ist dein Cockpit-Bot aus Säule 4. Der erinnert dich jeden Morgen an deinen Plan, hält dich auf Kurs und wächst mit dir mit. Das Programm endet, aber dein System läuft weiter, jeden Tag.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Live-Call vier feiern wir gemeinsam, was du in diesen Wochen gebaut hast, und du stellst deinen 90-Tage-Plan vor. Komm mit deiner Matrix und deinem Plan, dann nehmen wir ihn nochmal zusammen unter die Lupe.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Schau, was du in acht Wochen gebaut hast: du hast dir Zeit geschaffen, dein Mindset gedreht, eine Struktur in Notion, zwei KI-Mitarbeiter und eine klare Matrix für dein ganzes Business. Das ist kein Kleinkram, das ist eine andere Art zu arbeiten.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schreibst du deinen 90-Tage-Plan und deine Nicht-Liste. Und dann sag ich dir von Herzen: du bist jetzt Mama-CEO. Nicht weil alles perfekt ist, sondern weil du führst statt funktionierst. Ich bin so stolz auf dich. Wir sehen uns im Abschluss-Call.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5 — BUSINESS SKALIEREN</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Dein 90-Tage-Plan</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Was kommt als Nächstes, was machst du NICHT</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Aus der Matrix → ein Plan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Dein Plan kommt direkt aus der Matrix</a:t>
            </a:r>
          </a:p>
          <a:p>
            <a:pPr>
              <a:spcAft>
                <a:spcPts val="1000"/>
              </a:spcAft>
            </a:pPr>
            <a:r>
              <a:rPr sz="1600" b="1">
                <a:solidFill>
                  <a:srgbClr val="12828C"/>
                </a:solidFill>
                <a:latin typeface="Calibri"/>
              </a:rPr>
              <a:t>✓  </a:t>
            </a:r>
            <a:r>
              <a:rPr sz="1600" b="0">
                <a:solidFill>
                  <a:srgbClr val="2C3E50"/>
                </a:solidFill>
                <a:latin typeface="Calibri"/>
              </a:rPr>
              <a:t>Du erfindest nichts Neues</a:t>
            </a:r>
          </a:p>
          <a:p>
            <a:pPr>
              <a:spcAft>
                <a:spcPts val="1000"/>
              </a:spcAft>
            </a:pPr>
            <a:r>
              <a:rPr sz="1600" b="1">
                <a:solidFill>
                  <a:srgbClr val="12828C"/>
                </a:solidFill>
                <a:latin typeface="Calibri"/>
              </a:rPr>
              <a:t>✓  </a:t>
            </a:r>
            <a:r>
              <a:rPr sz="1600" b="0">
                <a:solidFill>
                  <a:srgbClr val="2C3E50"/>
                </a:solidFill>
                <a:latin typeface="Calibri"/>
              </a:rPr>
              <a:t>Du priorisierst, was schon dasteht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3 Sachen für 90 Tage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Maximal 3 konkrete Bauten</a:t>
            </a:r>
          </a:p>
          <a:p>
            <a:pPr>
              <a:spcAft>
                <a:spcPts val="1000"/>
              </a:spcAft>
            </a:pPr>
            <a:r>
              <a:rPr sz="1600" b="1">
                <a:solidFill>
                  <a:srgbClr val="12828C"/>
                </a:solidFill>
                <a:latin typeface="Calibri"/>
              </a:rPr>
              <a:t>✓  </a:t>
            </a:r>
            <a:r>
              <a:rPr sz="1600" b="0">
                <a:solidFill>
                  <a:srgbClr val="2C3E50"/>
                </a:solidFill>
                <a:latin typeface="Calibri"/>
              </a:rPr>
              <a:t>z.B. ein Bot · eine Automatik · ein Ämtli</a:t>
            </a:r>
          </a:p>
          <a:p>
            <a:pPr>
              <a:spcAft>
                <a:spcPts val="1000"/>
              </a:spcAft>
            </a:pPr>
            <a:r>
              <a:rPr sz="1600" b="1">
                <a:solidFill>
                  <a:srgbClr val="12828C"/>
                </a:solidFill>
                <a:latin typeface="Calibri"/>
              </a:rPr>
              <a:t>✓  </a:t>
            </a:r>
            <a:r>
              <a:rPr sz="1600" b="0">
                <a:solidFill>
                  <a:srgbClr val="2C3E50"/>
                </a:solidFill>
                <a:latin typeface="Calibri"/>
              </a:rPr>
              <a:t>3 durchgezogen &gt; 10 angefangen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du JETZT NICHT machst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Bewusste Nicht-Liste</a:t>
            </a:r>
          </a:p>
          <a:p>
            <a:pPr>
              <a:spcAft>
                <a:spcPts val="1000"/>
              </a:spcAft>
            </a:pPr>
            <a:r>
              <a:rPr sz="1600" b="1">
                <a:solidFill>
                  <a:srgbClr val="12828C"/>
                </a:solidFill>
                <a:latin typeface="Calibri"/>
              </a:rPr>
              <a:t>✓  </a:t>
            </a:r>
            <a:r>
              <a:rPr sz="1600" b="0">
                <a:solidFill>
                  <a:srgbClr val="2C3E50"/>
                </a:solidFill>
                <a:latin typeface="Calibri"/>
              </a:rPr>
              <a:t>Kein neues Tool, keine neue Plattform, kein neues Produkt</a:t>
            </a:r>
          </a:p>
          <a:p>
            <a:pPr>
              <a:spcAft>
                <a:spcPts val="1000"/>
              </a:spcAft>
            </a:pPr>
            <a:r>
              <a:rPr sz="1600" b="1">
                <a:solidFill>
                  <a:srgbClr val="12828C"/>
                </a:solidFill>
                <a:latin typeface="Calibri"/>
              </a:rPr>
              <a:t>✓  </a:t>
            </a:r>
            <a:r>
              <a:rPr sz="1600" b="0">
                <a:solidFill>
                  <a:srgbClr val="2C3E50"/>
                </a:solidFill>
                <a:latin typeface="Calibri"/>
              </a:rPr>
              <a:t>Schützt deinen Fokus mehr als jede To-do-Liste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Fertig besser als perfekt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Bots dürfen holprig starten</a:t>
            </a:r>
          </a:p>
          <a:p>
            <a:pPr>
              <a:spcAft>
                <a:spcPts val="1000"/>
              </a:spcAft>
            </a:pPr>
            <a:r>
              <a:rPr sz="1600" b="1">
                <a:solidFill>
                  <a:srgbClr val="12828C"/>
                </a:solidFill>
                <a:latin typeface="Calibri"/>
              </a:rPr>
              <a:t>✓  </a:t>
            </a:r>
            <a:r>
              <a:rPr sz="1600" b="0">
                <a:solidFill>
                  <a:srgbClr val="2C3E50"/>
                </a:solidFill>
                <a:latin typeface="Calibri"/>
              </a:rPr>
              <a:t>Systeme dürfen Version 1 sein</a:t>
            </a:r>
          </a:p>
          <a:p>
            <a:pPr>
              <a:spcAft>
                <a:spcPts val="1000"/>
              </a:spcAft>
            </a:pPr>
            <a:r>
              <a:rPr sz="1600" b="1">
                <a:solidFill>
                  <a:srgbClr val="12828C"/>
                </a:solidFill>
                <a:latin typeface="Calibri"/>
              </a:rPr>
              <a:t>✓  </a:t>
            </a:r>
            <a:r>
              <a:rPr sz="1600" b="0">
                <a:solidFill>
                  <a:srgbClr val="2C3E50"/>
                </a:solidFill>
                <a:latin typeface="Calibri"/>
              </a:rPr>
              <a:t>Du verbesserst im Tun, nicht im Grübeln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Wie's weitergeht: die Community</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Telegram-Community bleibt offen</a:t>
            </a:r>
          </a:p>
          <a:p>
            <a:pPr>
              <a:spcAft>
                <a:spcPts val="1000"/>
              </a:spcAft>
            </a:pPr>
            <a:r>
              <a:rPr sz="1600" b="1">
                <a:solidFill>
                  <a:srgbClr val="12828C"/>
                </a:solidFill>
                <a:latin typeface="Calibri"/>
              </a:rPr>
              <a:t>✓  </a:t>
            </a:r>
            <a:r>
              <a:rPr sz="1600" b="0">
                <a:solidFill>
                  <a:srgbClr val="2C3E50"/>
                </a:solidFill>
                <a:latin typeface="Calibri"/>
              </a:rPr>
              <a:t>Sparring-Partnerinnen, nachfragen, feiern</a:t>
            </a:r>
          </a:p>
          <a:p>
            <a:pPr>
              <a:spcAft>
                <a:spcPts val="1000"/>
              </a:spcAft>
            </a:pPr>
            <a:r>
              <a:rPr sz="1600" b="1">
                <a:solidFill>
                  <a:srgbClr val="12828C"/>
                </a:solidFill>
                <a:latin typeface="Calibri"/>
              </a:rPr>
              <a:t>✓  </a:t>
            </a:r>
            <a:r>
              <a:rPr sz="1600" b="0">
                <a:solidFill>
                  <a:srgbClr val="2C3E50"/>
                </a:solidFill>
                <a:latin typeface="Calibri"/>
              </a:rPr>
              <a:t>Skalieren ist leichter, wenn man nicht allein ist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Dein Cockpit-Bot als Begleiter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Erinnert dich täglich an deinen Plan</a:t>
            </a:r>
          </a:p>
          <a:p>
            <a:pPr>
              <a:spcAft>
                <a:spcPts val="1000"/>
              </a:spcAft>
            </a:pPr>
            <a:r>
              <a:rPr sz="1600" b="1">
                <a:solidFill>
                  <a:srgbClr val="12828C"/>
                </a:solidFill>
                <a:latin typeface="Calibri"/>
              </a:rPr>
              <a:t>✓  </a:t>
            </a:r>
            <a:r>
              <a:rPr sz="1600" b="0">
                <a:solidFill>
                  <a:srgbClr val="2C3E50"/>
                </a:solidFill>
                <a:latin typeface="Calibri"/>
              </a:rPr>
              <a:t>Hält dich auf Kurs, wächst mit</a:t>
            </a:r>
          </a:p>
          <a:p>
            <a:pPr>
              <a:spcAft>
                <a:spcPts val="1000"/>
              </a:spcAft>
            </a:pPr>
            <a:r>
              <a:rPr sz="1600" b="1">
                <a:solidFill>
                  <a:srgbClr val="12828C"/>
                </a:solidFill>
                <a:latin typeface="Calibri"/>
              </a:rPr>
              <a:t>✓  </a:t>
            </a:r>
            <a:r>
              <a:rPr sz="1600" b="0">
                <a:solidFill>
                  <a:srgbClr val="2C3E50"/>
                </a:solidFill>
                <a:latin typeface="Calibri"/>
              </a:rPr>
              <a:t>Programm endet, dein System läuft weiter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Live-Call 4 + 90-Tage-Vision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Abschluss-Call: feiern + nach vorne schauen</a:t>
            </a:r>
          </a:p>
          <a:p>
            <a:pPr>
              <a:spcAft>
                <a:spcPts val="1000"/>
              </a:spcAft>
            </a:pPr>
            <a:r>
              <a:rPr sz="1600" b="1">
                <a:solidFill>
                  <a:srgbClr val="12828C"/>
                </a:solidFill>
                <a:latin typeface="Calibri"/>
              </a:rPr>
              <a:t>✓  </a:t>
            </a:r>
            <a:r>
              <a:rPr sz="1600" b="0">
                <a:solidFill>
                  <a:srgbClr val="2C3E50"/>
                </a:solidFill>
                <a:latin typeface="Calibri"/>
              </a:rPr>
              <a:t>Komm mit deiner Matrix + deinem Plan</a:t>
            </a:r>
          </a:p>
          <a:p>
            <a:pPr>
              <a:spcAft>
                <a:spcPts val="1000"/>
              </a:spcAft>
            </a:pPr>
            <a:r>
              <a:rPr sz="1600" b="1">
                <a:solidFill>
                  <a:srgbClr val="12828C"/>
                </a:solidFill>
                <a:latin typeface="Calibri"/>
              </a:rPr>
              <a:t>✓  </a:t>
            </a:r>
            <a:r>
              <a:rPr sz="1600" b="0">
                <a:solidFill>
                  <a:srgbClr val="2C3E50"/>
                </a:solidFill>
                <a:latin typeface="Calibri"/>
              </a:rPr>
              <a:t>Wir schauen ihn zusammen an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du jetzt hast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Zeit · Mindset · Struktur · KI · Matrix</a:t>
            </a:r>
          </a:p>
          <a:p>
            <a:pPr>
              <a:spcAft>
                <a:spcPts val="1000"/>
              </a:spcAft>
            </a:pPr>
            <a:r>
              <a:rPr sz="1600" b="1">
                <a:solidFill>
                  <a:srgbClr val="12828C"/>
                </a:solidFill>
                <a:latin typeface="Calibri"/>
              </a:rPr>
              <a:t>✓  </a:t>
            </a:r>
            <a:r>
              <a:rPr sz="1600" b="0">
                <a:solidFill>
                  <a:srgbClr val="2C3E50"/>
                </a:solidFill>
                <a:latin typeface="Calibri"/>
              </a:rPr>
              <a:t>Zwei KI-Mitarbeiter + klarer Plan</a:t>
            </a:r>
          </a:p>
          <a:p>
            <a:pPr>
              <a:spcAft>
                <a:spcPts val="1000"/>
              </a:spcAft>
            </a:pPr>
            <a:r>
              <a:rPr sz="1600" b="1">
                <a:solidFill>
                  <a:srgbClr val="12828C"/>
                </a:solidFill>
                <a:latin typeface="Calibri"/>
              </a:rPr>
              <a:t>✓  </a:t>
            </a:r>
            <a:r>
              <a:rPr sz="1600" b="0">
                <a:solidFill>
                  <a:srgbClr val="2C3E50"/>
                </a:solidFill>
                <a:latin typeface="Calibri"/>
              </a:rPr>
              <a:t>Eine andere Art zu arbeiten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Abschluss — du bist Mama-CEO</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Dein 90-Tage-Plan + Nicht-Liste</a:t>
            </a:r>
          </a:p>
          <a:p>
            <a:pPr>
              <a:spcAft>
                <a:spcPts val="1000"/>
              </a:spcAft>
            </a:pPr>
            <a:r>
              <a:rPr sz="1600" b="1">
                <a:solidFill>
                  <a:srgbClr val="12828C"/>
                </a:solidFill>
                <a:latin typeface="Calibri"/>
              </a:rPr>
              <a:t>✓  </a:t>
            </a:r>
            <a:r>
              <a:rPr sz="1600" b="0">
                <a:solidFill>
                  <a:srgbClr val="2C3E50"/>
                </a:solidFill>
                <a:latin typeface="Calibri"/>
              </a:rPr>
              <a:t>Du führst statt zu funktionieren</a:t>
            </a:r>
          </a:p>
          <a:p>
            <a:pPr>
              <a:spcAft>
                <a:spcPts val="1000"/>
              </a:spcAft>
            </a:pPr>
            <a:r>
              <a:rPr sz="1600" b="1">
                <a:solidFill>
                  <a:srgbClr val="12828C"/>
                </a:solidFill>
                <a:latin typeface="Calibri"/>
              </a:rPr>
              <a:t>✓  </a:t>
            </a:r>
            <a:r>
              <a:rPr sz="1600" b="0">
                <a:solidFill>
                  <a:srgbClr val="2C3E50"/>
                </a:solidFill>
                <a:latin typeface="Calibri"/>
              </a:rPr>
              <a:t>Wir sehen uns im Abschluss-Call 💛</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5.4</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