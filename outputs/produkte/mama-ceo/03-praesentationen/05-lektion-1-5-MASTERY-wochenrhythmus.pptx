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Intro:
„Das ist die Lektion, in der alles zusammenkommt. Du hast Power-Zeiten aus 1.2. Du kennst deine drei Säulen aus 1.3 und deine schwächste. Du kennst deine vier Rollen aus 1.4 und welche fehlt. Jetzt setzen wir es zusammen — in dieser Stunde baust du deinen eigenen Wochenrhythmus fertig. Live mit mir, neben dir das Arbeitsblatt offen."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Sprechnotiz:
„Drei Dinge in dieser Lektion. Erstens — der Bau-Prozess. Wir setzen alles zusammen, Schritt für Schritt. Zweitens — warum Rhythmus stärker ist als Plan. Pläne werden umgeworfen, Rhythmen passen sich an. Drittens — das Sonntag-Reset-Ritual. 15 Minuten am Sonntagabend, die dir die Woche retten."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Sprechnotiz:
„Drei Zutaten aus den letzten Lektionen. Power-Zeiten — deine zwei täglichen Slots, meistens Vormittags und Abends. Drei Säulen — Plattform, Produkt, Verkauf, mit deiner schwächsten als Fokus. Vier Rollen — CEO, Sichtbarkeit, Kunde, Selbstfürsorge, jede einmal pro Woche. Aus diesen drei Zutaten kochen wir jetzt deinen Wochenrhythmus."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Sprechnotiz:
„Das ist der zentrale Satz. Ein Plan wird umgeworfen — sobald ein Kind krank wird, ein Auto kaputt geht oder eine Schul-Mama anruft. Ein Rhythmus passt sich an. Du hast deine zwei Power-Slots am Tag, du hast deine vier Rollen über die Woche verteilt. Wenn der Dienstag rausfällt, machst du den Sichtbarkeits-Slot am Donnerstag. Der Rhythmus bricht nicht — er biegt sich. Das ist der entscheidende Unterschied zu einem Plan."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Sprechnotiz:
„Schau dir das Template an — das ist ein Beispiel-Rhythmus. Montag CEO: Vormittags Zahlen-Check, abends Content vorbereiten. Dienstag Sichtbarkeit: aufnehmen und posten. Mittwoch Kunde: Calls und Mails. Donnerstag wieder Sichtbarkeit aber mit Verkaufs-Fokus. Freitag CEO: Wochen-Review und Planung. Wochenende Selbstfürsorge — und Sonntagabend 15 Minuten Reset. Du brauchst nicht genau diesen Rhythmus zu übernehmen — pass ihn an deine Power-Slots und deine schwächste Säule an. Aber du siehst: alle vier Rollen vorgekommen, drei Säulen abgedeckt, jeder Tag ein Fokus."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Sprechnotiz:
„Vier Anpassungen die ich häufig sehe. Erstens: deine schwächste Säule ist Verkauf — dann wird der Donnerstag-Slot ganz konkret zum Verkaufs-Slot. Du machst Stories die hinführen, du schickst ein DM, du updatest die Salespage. Zweitens: du bist Frühaufsteher und Power-Slot eins ist sechs bis sieben Uhr, nicht Vormittag. Auch gut. Drittens: kein Abend frei weil die Kinder lange wach sind — dann hast du zwei Vormittag-Slots, neun bis zehn und elf bis zwölf zum Beispiel. Viertens — ganz wichtig: in den Schul-Ferien pausiert der Wochenrhythmus komplett. Du läufst auf 30 Prozent. Das ist nicht Versagen, das ist eingeplant."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Sprechnotiz:
„Sonntag-Reset, 15 Minuten — das ist das Ritual das den Unterschied macht. Schritt eins: Anerkennen. Was lief diese Woche, drei konkrete Dinge — nicht nur „okay-mässig", sondern konkret was war gut. Schritt zwei: Was bleibt liegen ohne Schuld — du benennst es einfach, lässt es los. Schritt drei: Säulen-Check, welche der drei Säulen hat Aufmerksamkeit gebraucht und welche kommt nächste Woche. Schritt vier: Power-Slots planen, wann sind nächste Woche deine zehn Slots, zwei mal fünf Tage. Schritt fünf: die EINE Sache der nächsten Woche, das ist dein Wochen-Highlight. 15 Minuten. Du sitzt am Küchentisch mit einem Tee oder Glas Wein. Das ist die Stunde die alle anderen Stunden ordnet."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Sprechnotiz:
„Drei Verbote. Erstens: plane den Rhythmus nicht zu detailliert. „Mo 9:00-9:30 Mails" funktioniert nicht. Du brauchst Slots mit Rollen-Zuordnung, kein Minuten-Plan. Zweitens: das Wochenende ist Selbstfürsorge — nicht „nur noch eine Sache". Sonst gibt es nie ein Wochenende. Drittens: wirf den Rhythmus nicht nach zwei Wochen weg wenn er wackelt. Jeder Rhythmus braucht drei bis vier Wochen zum Setzen. Halte durch, passe nur in Details an."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Sprechnotiz:
„Vier Takeaways aus Säule eins komplett. Power-Slots plus Säulen plus Rollen gibt deinen Wochenrhythmus. Rhythmus schlägt Plan weil er sich anpasst. Jeden Tag eine Haupt-Rolle, jede der vier Rollen einmal pro Woche. Und Sonntag-Reset 15 Minuten ist das eine Ritual das alle anderen Stunden ordnet."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Outro Säule 1:
„Das war Säule 1. Du hast jetzt das Skelett — Power-Slots, Säulen-Klarheit, Rollen-Verteilung, Wochenrhythmus, Sonntag-Reset. Bevor du in Modul 2 reingehst — bitte mach das Arbeitsblatt fertig. Trag deinen Wochenrhythmus ein, leg den Sonntag-Reset als wiederkehrenden Termin in deinen Kalender und definiere deine EINE Sache für die nächste Woche. Wenn du diese drei Sachen nicht jetzt machst, ist Säule 1 nur Theorie geblieben.
In Modul 2 gehen wir dann auf die andere Seite — den Mental-Load-Layer. Wir schauen uns das Hamsterrad an, machen die Hütchen-Methode und vertiefen das Sonntag-Ritual. Säule 1 + Säule 2 laufen parallel in deinen ersten zwei Wochen. Bis gleich."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840480"/>
            <a:ext cx="3200400" cy="3200400"/>
          </a:xfrm>
          <a:prstGeom prst="ellipse">
            <a:avLst/>
          </a:prstGeom>
          <a:solidFill>
            <a:srgbClr val="DC822E">
              <a:alpha val="25000"/>
            </a:srgbClr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486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C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 · SÄULE 1 — DU ERSCHAFFST DIR DIE ZEIT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548640" cy="36576"/>
          </a:xfrm>
          <a:prstGeom prst="rect">
            <a:avLst/>
          </a:prstGeom>
          <a:solidFill>
            <a:srgbClr val="DC822E"/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Dein Wochenrhythmus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Live-Übung: Power-Zeiten + Säulen + Rollen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zu deinem eigenen Wochenrhythmus.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dieser Stunde fertig.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4572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8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Patricia Ulmann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37760" y="4572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mumlifebalance.ch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C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LEKTION 1.5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du in den nächsten Minuten lernst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731520" cy="36576"/>
          </a:xfrm>
          <a:prstGeom prst="rect">
            <a:avLst/>
          </a:prstGeom>
          <a:solidFill>
            <a:srgbClr val="DC822E"/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rgbClr val="12828C"/>
          </a:solidFill>
          <a:ln w="12700">
            <a:solidFill>
              <a:srgbClr val="12828C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du Power-Zeiten + Säulen + Rollen zu einem Rhythmus verbindest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457200" cy="457200"/>
          </a:xfrm>
          <a:prstGeom prst="ellipse">
            <a:avLst/>
          </a:prstGeom>
          <a:solidFill>
            <a:srgbClr val="12828C"/>
          </a:solidFill>
          <a:ln w="12700">
            <a:solidFill>
              <a:srgbClr val="12828C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3108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Rhythmus &gt; Plan ist (und sich der Woche anpasst)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12828C"/>
          </a:solidFill>
          <a:ln w="12700">
            <a:solidFill>
              <a:srgbClr val="12828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3840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du dein Sonntag-Reset-Ritual einrichtest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Mama-CEO · Modul 1 · Lektion 1.5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 Life Balance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3 Zutaten die du jetzt zusammensetzt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2103120"/>
            <a:ext cx="2651760" cy="2377440"/>
          </a:xfrm>
          <a:prstGeom prst="rect">
            <a:avLst/>
          </a:prstGeom>
          <a:solidFill>
            <a:srgbClr val="F1ECDD"/>
          </a:solidFill>
          <a:ln w="12700">
            <a:solidFill>
              <a:srgbClr val="F1ECD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103120"/>
            <a:ext cx="73152" cy="2377440"/>
          </a:xfrm>
          <a:prstGeom prst="rect">
            <a:avLst/>
          </a:prstGeom>
          <a:solidFill>
            <a:srgbClr val="12828C"/>
          </a:solidFill>
          <a:ln w="12700">
            <a:solidFill>
              <a:srgbClr val="12828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331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🕘 Power-Zeiten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 Lektion 1.2: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tägliche Power-Slots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(Vormittags + Abends)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337560" y="2103120"/>
            <a:ext cx="2651760" cy="2377440"/>
          </a:xfrm>
          <a:prstGeom prst="rect">
            <a:avLst/>
          </a:prstGeom>
          <a:solidFill>
            <a:srgbClr val="F1ECDD"/>
          </a:solidFill>
          <a:ln w="12700">
            <a:solidFill>
              <a:srgbClr val="F1ECDD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37560" y="2103120"/>
            <a:ext cx="73152" cy="2377440"/>
          </a:xfrm>
          <a:prstGeom prst="rect">
            <a:avLst/>
          </a:prstGeom>
          <a:solidFill>
            <a:srgbClr val="12828C"/>
          </a:solidFill>
          <a:ln w="12700">
            <a:solidFill>
              <a:srgbClr val="12828C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2331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🏛 3 Säulen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11880" y="29718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 Lektion 1.3: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Plattform · Produkt · Verkauf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Deine schwächste = Fokus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26480" y="2103120"/>
            <a:ext cx="2651760" cy="2377440"/>
          </a:xfrm>
          <a:prstGeom prst="rect">
            <a:avLst/>
          </a:prstGeom>
          <a:solidFill>
            <a:srgbClr val="F1ECDD"/>
          </a:solidFill>
          <a:ln w="12700">
            <a:solidFill>
              <a:srgbClr val="F1ECDD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2103120"/>
            <a:ext cx="73152" cy="2377440"/>
          </a:xfrm>
          <a:prstGeom prst="rect">
            <a:avLst/>
          </a:prstGeom>
          <a:solidFill>
            <a:srgbClr val="12828C"/>
          </a:solidFill>
          <a:ln w="12700">
            <a:solidFill>
              <a:srgbClr val="12828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331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👤 4 Rollen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00800" y="29718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 Lektion 1.4: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· Sichtbarkeit · Kunde · Selbstfürsorge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1x/Woche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Mama-CEO · Modul 1 · Lektion 1.5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 Life Balance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82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DC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RHYTHMUS-VORTEIL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7680" y="1691640"/>
            <a:ext cx="548640" cy="36576"/>
          </a:xfrm>
          <a:prstGeom prst="rect">
            <a:avLst/>
          </a:prstGeom>
          <a:solidFill>
            <a:srgbClr val="DC822E"/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011680"/>
            <a:ext cx="8046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 Plan wird umgeworfen.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 Rhythmus passt sich an.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Deshalb baust du keinen Plan.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 baust einen Rhythmus.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1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Mama-CEO · Modul 1 · Lektion 1.5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1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 Life Balance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Dein Wochenrhythmus-Template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Trag deine Power-Slots ein → ordne Rollen zu → setze Säulen-Fokus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926080"/>
                <a:gridCol w="2926080"/>
                <a:gridCol w="17373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POWER-SLOT 1 (Vormittag)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POWER-SLOT 2 (Abend)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Zahlen-Check + Wochenstart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vorbereiten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282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D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aufnehmen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Posten + DMs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955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Sichtbarkeit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Coaching-Calls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Kunden-Mails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8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Kunde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D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Verkaufs-Story / Mail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Salespage-Update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955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Sichtbarkeit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Wochen-Review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Planung nächste Woche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282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D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Sa/So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7A8A9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frei 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Sonntag-Reset (15 Min)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61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Selbstfürsorge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Mama-CEO · Modul 1 · Lektion 1.5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 Life Balance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C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PASST DU DEN RHYTHMUS 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typische Anpassungen die ich bei Mentees sehe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1206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Schwache Säule = Verkauf → Donnerstag-Slot wird zum Verkaufs-Slot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Frühaufsteher-Typ → Power-Slot 1 ist 6-7 Uhr, nicht Vormittag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Abend frei → 2 Power-Slots am Vormittag (z.B. 9-10 + 11-12)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Schul-Ferien → Wochenrhythmus pausiert komplett, du läufst auf 30%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852160" y="1920240"/>
            <a:ext cx="2743200" cy="2286000"/>
          </a:xfrm>
          <a:prstGeom prst="rect">
            <a:avLst/>
          </a:prstGeom>
          <a:solidFill>
            <a:srgbClr val="F1ECDD"/>
          </a:solidFill>
          <a:ln w="12700">
            <a:solidFill>
              <a:srgbClr val="F1ECDD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0" y="1920240"/>
            <a:ext cx="73152" cy="2286000"/>
          </a:xfrm>
          <a:prstGeom prst="rect">
            <a:avLst/>
          </a:prstGeom>
          <a:solidFill>
            <a:srgbClr val="DC822E"/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80760" y="2103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C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PATRICIA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80760" y="246888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D61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„Der Rhythmus ist Skelett. Den Inhalt füllst du nach deinem Leben."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Mama-CEO · Modul 1 · Lektion 1.5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 Life Balance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 Sonntag-Reset (15 Min die deine Woche retten)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80467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8463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300" kern="0" dirty="0">
                          <a:solidFill>
                            <a:srgbClr val="7A8A9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SCHRITT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300" kern="0" dirty="0">
                          <a:solidFill>
                            <a:srgbClr val="DC8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 DU MACHST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Anerkennen (3 Min)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 lief diese Woche? — 3 konkrete Dinge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D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Was bleibt liegen (2 Min)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 hast du NICHT geschafft? — ohne Schuld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3 Säulen-Check (3 Min)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Welche Säule hat Aufmerksamkeit gebraucht?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D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Power-Slots planen (4 Min)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Wann sind nächste Woche deine 10 Slots?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EINE Sache (3 Min)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 ist DIE Sache der nächsten Woche?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DD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Mama-CEO · Modul 1 · Lektion 1.5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 Life Balance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du beim Rhythmus-Bauen NICHT machst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C82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20116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trike="sngStrike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 Rhythmus zu detailliert planen (auf Stunden-Ebene)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C82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27432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trike="sngStrike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Wochenenden mit „nur noch eine Sache" füllen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347472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C82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34747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trike="sngStrike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 Rhythmus nach 2 Wochen wegwerfen wenn er wackelt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Mama-CEO · Modul 1 · Lektion 1.5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 Life Balance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82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C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NIMMST DU MIT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1EC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11480" cy="411480"/>
          </a:xfrm>
          <a:prstGeom prst="ellipse">
            <a:avLst/>
          </a:prstGeom>
          <a:solidFill>
            <a:srgbClr val="DC822E"/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8013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1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Power-Slots + Säulen + Rollen → fertiger Wochenrhythmus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411480" cy="411480"/>
          </a:xfrm>
          <a:prstGeom prst="ellipse">
            <a:avLst/>
          </a:prstGeom>
          <a:solidFill>
            <a:srgbClr val="DC822E"/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24414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1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Rhythmus &gt; Plan (passt sich an statt zu brechen)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108960"/>
            <a:ext cx="411480" cy="411480"/>
          </a:xfrm>
          <a:prstGeom prst="ellipse">
            <a:avLst/>
          </a:prstGeom>
          <a:solidFill>
            <a:srgbClr val="DC822E"/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30815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1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Jeden Tag eine Haupt-Rolle, jede Rolle 1x pro Woche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749040"/>
            <a:ext cx="411480" cy="411480"/>
          </a:xfrm>
          <a:prstGeom prst="ellipse">
            <a:avLst/>
          </a:prstGeom>
          <a:solidFill>
            <a:srgbClr val="DC822E"/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372160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1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Sonntag-Reset (15 Min) ist das Ritual das alles zusammenhält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1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Mama-CEO · Modul 1 · Lektion 1.5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1E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 Life Balance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Dein nächster Schritt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931920" cy="2743200"/>
          </a:xfrm>
          <a:prstGeom prst="rect">
            <a:avLst/>
          </a:prstGeom>
          <a:solidFill>
            <a:srgbClr val="F1ECDD"/>
          </a:solidFill>
          <a:ln w="12700">
            <a:solidFill>
              <a:srgbClr val="F1ECD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737360"/>
            <a:ext cx="3931920" cy="73152"/>
          </a:xfrm>
          <a:prstGeom prst="rect">
            <a:avLst/>
          </a:prstGeom>
          <a:solidFill>
            <a:srgbClr val="12828C"/>
          </a:solidFill>
          <a:ln w="12700">
            <a:solidFill>
              <a:srgbClr val="12828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6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ARBEITSBLATT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Dein Wochenrhythmus, fertig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Wochenrhythmus-Template ausfüllen (deine Slots + Rollen)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Sonntag-Reset-Termin im Kalender (wiederkehrend)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Sache für die kommende Woche festlegen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737360"/>
            <a:ext cx="3931920" cy="2743200"/>
          </a:xfrm>
          <a:prstGeom prst="rect">
            <a:avLst/>
          </a:prstGeom>
          <a:solidFill>
            <a:srgbClr val="F1ECDD"/>
          </a:solidFill>
          <a:ln w="12700">
            <a:solidFill>
              <a:srgbClr val="F1ECDD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737360"/>
            <a:ext cx="3931920" cy="73152"/>
          </a:xfrm>
          <a:prstGeom prst="rect">
            <a:avLst/>
          </a:prstGeom>
          <a:solidFill>
            <a:srgbClr val="DC822E"/>
          </a:solidFill>
          <a:ln w="12700">
            <a:solidFill>
              <a:srgbClr val="DC822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C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ALS NÄCHSTES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92040" y="2240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 2 — Aus dem Hamsterrad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92040" y="283464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Hamsterrad-Diagnose: warum du nie fertig wirst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Hütchenmethode: alles aus dem Kopf raus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Sonntag-Ritual vertiefen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Mama-CEO · Modul 1 · Lektion 1.5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A8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 Life Balance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Mum Life Balance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Mama-CEO · Lektion 1.5 — Dein Wochenrhythmus</dc:title>
  <dc:subject>PptxGenJS Presentation</dc:subject>
  <dc:creator>Patricia Ulmann · Mum Life Balance</dc:creator>
  <cp:lastModifiedBy>Patricia Ulmann · Mum Life Balance</cp:lastModifiedBy>
  <cp:revision>1</cp:revision>
  <dcterms:created xsi:type="dcterms:W3CDTF">2026-05-21T14:27:22Z</dcterms:created>
  <dcterms:modified xsi:type="dcterms:W3CDTF">2026-05-21T14:27:22Z</dcterms:modified>
</cp:coreProperties>
</file>