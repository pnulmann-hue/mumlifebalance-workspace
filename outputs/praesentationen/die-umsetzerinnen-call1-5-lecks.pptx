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BEGRUESSUNG (1 Min):</a:t>
            </a:r>
            <a:br/>
            <a:r>
              <a:t>- Hallo zusammen, schoen dass ihr da seid.</a:t>
            </a:r>
            <a:br/>
            <a:r>
              <a:t>- Heute starten wir mit Call 1: Die 5 Lecks im Online-Business.</a:t>
            </a:r>
            <a:br/>
            <a:r>
              <a:t>- Was ihr heute lernt, koennt ihr ab morgen umsetzen.</a:t>
            </a:r>
            <a:br/>
            <a:r>
              <a:t>- Ihr seid 6 Frauen - kleine Runde, alle bekommen Raum.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WORUM ES IN DIESEM PROGRAMM GEHT (3 Min):</a:t>
            </a:r>
            <a:br/>
            <a:r>
              <a:t>- Es gibt einen Unterschied zwischen Lernen und Umsetzen.</a:t>
            </a:r>
            <a:br/>
            <a:r>
              <a:t>- Die meisten haengen in der Lern-Schleife: Webinar, Podcast, naechstes Webinar.</a:t>
            </a:r>
            <a:br/>
            <a:r>
              <a:t>- Hier brechen wir das. Jeder Call hat ein konkretes Umsetzungs-Ergebnis.</a:t>
            </a:r>
            <a:br/>
            <a:r>
              <a:t>- Frage in die Runde: Wer kennt das Gefuehl, viel zu wissen aber wenig zu posten?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(1 Min):</a:t>
            </a:r>
            <a:br/>
            <a:r>
              <a:t>- Wir gehen heute durch 5 Stellen, an denen euer Business 'leckt'.</a:t>
            </a:r>
            <a:br/>
            <a:r>
              <a:t>- Jedes Leck ist ein Punkt, an dem Reichweite, Leads oder Geld verloren gehen.</a:t>
            </a:r>
            <a:br/>
            <a:r>
              <a:t>- Pro Leck: Was es ist, woran ihr es erkennt, der Fix.</a:t>
            </a:r>
            <a:br/>
            <a:r>
              <a:t>- Am Ende sagt ihr mir: welches Leck blutet bei EUCH am staerksten.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EIMER-METAPHER (3 Min):</a:t>
            </a:r>
            <a:br/>
            <a:r>
              <a:t>- Das ist die wichtigste Folie heute. Macht Screenshots.</a:t>
            </a:r>
            <a:br/>
            <a:r>
              <a:t>- Die meisten von euch arbeiten am Wasserhahn - mehr Reels, mehr Posts.</a:t>
            </a:r>
            <a:br/>
            <a:r>
              <a:t>- Aber wenn der Eimer leckt, ist das wie Wasser ins Sieb kippen.</a:t>
            </a:r>
            <a:br/>
            <a:r>
              <a:t>- Die Reihenfolge ist: ZUERST Lecks abdichten, DANN auf Reichweite gehen.</a:t>
            </a:r>
            <a:br/>
            <a:r>
              <a:t>- Beispiel: Wenn dein Profil nicht verkauft, bringen 10x mehr Follower 10x mehr Frust.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LECK 1 (1 Min):</a:t>
            </a:r>
            <a:br/>
            <a:r>
              <a:t>- Das ist das Leck, das ich am haeufigsten sehe.</a:t>
            </a:r>
            <a:br/>
            <a:r>
              <a:t>- 90% der Profile, die ich pruefe, haben hier 3-5 Fehler.</a:t>
            </a:r>
            <a:br/>
            <a:r>
              <a:t>- Erinnerung: Eure Bio ist 150 Zeichen, die entscheiden ob jemand bleibt oder geht.</a:t>
            </a:r>
            <a:br/>
            <a:r>
              <a:t>- Die meisten verschenken hier 80% ihrer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BIO-LECK (4 Min):</a:t>
            </a:r>
            <a:br/>
            <a:r>
              <a:t>- Lasst uns das ehrlich machen. Geht in eine eigene Bio rein.</a:t>
            </a:r>
            <a:br/>
            <a:r>
              <a:t>- Frage 1: Sieht man in 3 Sekunden, fuer WEN du da bist?</a:t>
            </a:r>
            <a:br/>
            <a:r>
              <a:t>- Frage 2: Sieht man, was sie konkret von dir bekommen?</a:t>
            </a:r>
            <a:br/>
            <a:r>
              <a:t>- Frage 3: Gibt es einen klaren naechsten Schritt - DM, Link, Freebie?</a:t>
            </a:r>
            <a:br/>
            <a:r>
              <a:t>- Wenn nur einer dieser Punkte unklar ist: Bio leckt.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FIX (5 Min):</a:t>
            </a:r>
            <a:br/>
            <a:r>
              <a:t>- Diese Vorlage gilt fuer beide Profile (Mentoring + doTERRA).</a:t>
            </a:r>
            <a:br/>
            <a:r>
              <a:t>- Schreibt eure Bio JETZT auf, wir lesen 1-2 vor und feilen live.</a:t>
            </a:r>
            <a:br/>
            <a:r>
              <a:t>- Hausaufgabe: Bis zum naechsten Call neue Bio live + 1 Woche messen.</a:t>
            </a:r>
            <a:br/>
            <a:r>
              <a:t>- Tipp: 0EUR-Bio-Check ist mein Freebie - wer will, kann ich euch durchgeben.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LECK 2 (1 Min):</a:t>
            </a:r>
            <a:br/>
            <a:r>
              <a:t>- Reichweite ist nicht 'der Algorithmus mag mich nicht'.</a:t>
            </a:r>
            <a:br/>
            <a:r>
              <a:t>- Reichweite ist die Konsequenz aus 3 Stellschrauben.</a:t>
            </a:r>
            <a:br/>
            <a:r>
              <a:t>- Wir gucken jetzt welche.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REICHWEITE-LECK (4 Min):</a:t>
            </a:r>
            <a:br/>
            <a:r>
              <a:t>- Wenn ihr Reichweite-Probleme habt, ist es fast nie der Algorithmus.</a:t>
            </a:r>
            <a:br/>
            <a:r>
              <a:t>- Es sind 3 Sachen: Hook, Identifikation, Timing.</a:t>
            </a:r>
            <a:br/>
            <a:r>
              <a:t>- Hook = die ersten 3 Sekunden / die ersten 6 Worte.</a:t>
            </a:r>
            <a:br/>
            <a:r>
              <a:t>- Identifikation = sieht sich die Leserin in deinem Post wieder?</a:t>
            </a:r>
            <a:br/>
            <a:r>
              <a:t>- Timing = postest du, wenn deine Zielgruppe wirklich am Handy ist?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FIX (4 Min):</a:t>
            </a:r>
            <a:br/>
            <a:r>
              <a:t>- Wichtig: nicht alles gleichzeitig aendern. EIN Hebel pro Woche.</a:t>
            </a:r>
            <a:br/>
            <a:r>
              <a:t>- Woche 1: Nur Hooks ueben. Jeden Reel mit anderem Hook.</a:t>
            </a:r>
            <a:br/>
            <a:r>
              <a:t>- Woche 2: Identifikation in den ersten 2 Saetzen.</a:t>
            </a:r>
            <a:br/>
            <a:r>
              <a:t>- Woche 3: Posting-Zeit testen.</a:t>
            </a:r>
            <a:br/>
            <a:r>
              <a:t>- Tracking-Tabelle: Views + Saves + Shares + DMs - 1x pro Woche reinschauen.</a:t>
            </a:r>
            <a:br/>
            <a:r>
              <a:t>- Mehr dazu in Call 3: 'Stories die nicht nur Likes bringen'.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PAUSE-MOMENT (1 Min):</a:t>
            </a:r>
            <a:br/>
            <a:r>
              <a:t>- Kurze Atempause. Macht euch eine Notiz auf diesem Satz.</a:t>
            </a:r>
            <a:br/>
            <a:r>
              <a:t>- Wer fuehlt sich gerade gemeint? Hand hoch / Reaction senden.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LECK 3 (1 Min):</a:t>
            </a:r>
            <a:br/>
            <a:r>
              <a:t>- Reichweite + gutes Profil = Besucher.</a:t>
            </a:r>
            <a:br/>
            <a:r>
              <a:t>- Aber Besucher zahlen dir keine Miete.</a:t>
            </a:r>
            <a:br/>
            <a:r>
              <a:t>- Ohne Lead-Magnet ist alles, was du tust, ein Strohfeuer.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+ FIX LEAD-LECK (5 Min):</a:t>
            </a:r>
            <a:br/>
            <a:r>
              <a:t>- Beispiele aus meinem Business:</a:t>
            </a:r>
            <a:br/>
            <a:r>
              <a:t>  - Bio-Check (Mentoring): Tausch echte Bio gegen Feedback.</a:t>
            </a:r>
            <a:br/>
            <a:r>
              <a:t>  - Workbook 'Von 0 auf echt' (Mentoring): Klarheit in 7 Tagen.</a:t>
            </a:r>
            <a:br/>
            <a:r>
              <a:t>  - Energie-Kur (doTERRA): 14 Tage konkret + Produktrabatt.</a:t>
            </a:r>
            <a:br/>
            <a:r>
              <a:t>- Aufgabe: Welcher Painpoint, gegen den deine Zielgruppe HEUTE googelt?</a:t>
            </a:r>
            <a:br/>
            <a:r>
              <a:t>- Das ist dein Freebie. Nicht 'alles ueber Persoenlichkeitsentwicklung'.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LECK 4 (1 Min):</a:t>
            </a:r>
            <a:br/>
            <a:r>
              <a:t>- Das ist das Leck, das mich am laengsten gekostet hat.</a:t>
            </a:r>
            <a:br/>
            <a:r>
              <a:t>- Ich hatte Eintraege - aber keine Welcome-Mails.</a:t>
            </a:r>
            <a:br/>
            <a:r>
              <a:t>- Resultat: 80% der Leads waren nach 4 Wochen kalt.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+ FIX WELCOME-LECK (5 Min):</a:t>
            </a:r>
            <a:br/>
            <a:r>
              <a:t>- Diese Sequenz ist das Herz eures Funnels.</a:t>
            </a:r>
            <a:br/>
            <a:r>
              <a:t>- Wir bauen die in Call 2 KOMPLETT zusammen - mit Vorlagen.</a:t>
            </a:r>
            <a:br/>
            <a:r>
              <a:t>- Heute nur die Struktur, damit ihr versteht was fehlt.</a:t>
            </a:r>
            <a:br/>
            <a:r>
              <a:t>- Wichtig: schreiben in DU-Form, eine Person. Keine 'Liebe Community'.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 LECK 5 (1 Min):</a:t>
            </a:r>
            <a:br/>
            <a:r>
              <a:t>- Das letzte Leck und das tueckischste.</a:t>
            </a:r>
            <a:br/>
            <a:r>
              <a:t>- Ihr habt eine Kundin gewonnen - super.</a:t>
            </a:r>
            <a:br/>
            <a:r>
              <a:t>- Aber wenn sie nur 1x kauft, habt ihr 80% des moeglichen Wertes verschenkt.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+ FIX VERKAUFS-LECK (5 Min):</a:t>
            </a:r>
            <a:br/>
            <a:r>
              <a:t>- Eine Kundin, die einmal gekauft hat, ist 5x wahrscheinlicher zu kaufen als ein neuer Lead.</a:t>
            </a:r>
            <a:br/>
            <a:r>
              <a:t>- Trotzdem investieren die meisten 95% in Neukunden.</a:t>
            </a:r>
            <a:br/>
            <a:r>
              <a:t>- Die Treppe muss klar sein: 0EUR -&gt; Minikurs -&gt; Signature -&gt; Premium.</a:t>
            </a:r>
            <a:br/>
            <a:r>
              <a:t>- Beispiel Patricia: Bio-Check (0EUR) -&gt; Workbook (49 CHF) -&gt; Mentoring-Programm.</a:t>
            </a:r>
            <a:br/>
            <a:r>
              <a:t>- Hausaufgabe: Zeichnet eure Treppe auf. Welche Stufe fehlt?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INTERAKTIVE RUNDE (8 Min):</a:t>
            </a:r>
            <a:br/>
            <a:r>
              <a:t>- Jetzt seid ihr dran. Schreibt in den Chat: WELCHES LECK ist bei euch das groesste?</a:t>
            </a:r>
            <a:br/>
            <a:r>
              <a:t>- Kurze Begruendung in 1 Satz.</a:t>
            </a:r>
            <a:br/>
            <a:r>
              <a:t>- Wir gehen die Antworten 1 fuer 1 durch und ich sage euch:</a:t>
            </a:r>
            <a:br/>
            <a:r>
              <a:t>  - Was ich als ersten Schritt empfehle</a:t>
            </a:r>
            <a:br/>
            <a:r>
              <a:t>  - In welchem Folge-Call das Leck Schwerpunkt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HAUSAUFGABE (3 Min):</a:t>
            </a:r>
            <a:br/>
            <a:r>
              <a:t>- Wichtig: NUR EIN Leck angehen. Nicht alle.</a:t>
            </a:r>
            <a:br/>
            <a:r>
              <a:t>- Wer alles auf einmal aendert, kann nichts messen.</a:t>
            </a:r>
            <a:br/>
            <a:r>
              <a:t>- In Telegram-Gruppe taeglich kurz reporten - 1 Satz reicht.</a:t>
            </a:r>
            <a:br/>
            <a:r>
              <a:t>- Naechster Call: wir sprechen ueber Mail-Sequenz (Welcome-Leck).</a:t>
            </a:r>
            <a:br/>
            <a:r>
              <a:t>- Wer Fragen hat: jederzeit DM oder Telegram.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+ VORSCHAU (3 Min):</a:t>
            </a:r>
            <a:br/>
            <a:r>
              <a:t>- Heute war die Diagnose. Jetzt geht es ans Abdichten.</a:t>
            </a:r>
            <a:br/>
            <a:r>
              <a:t>- Die naechsten 4 Calls sind alles konkrete Hebel.</a:t>
            </a:r>
            <a:br/>
            <a:r>
              <a:t>- Call 2 baut die Welcome-Sequenz LIVE - bringt eure Mail-Tools mit.</a:t>
            </a:r>
            <a:br/>
            <a:r>
              <a:t>- Termin steht im Telegram-Chat.</a:t>
            </a:r>
            <a:br/>
            <a:r>
              <a:t>- Letzte Frage in die Runde: Was nehmt ihr aus heute mit? 1 Wort reicht.</a:t>
            </a:r>
            <a:br/>
            <a:r>
              <a:t>- Danke euch. Bis naechste Woche - eure Patricia.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5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1ECDD"/>
                </a:solidFill>
                <a:latin typeface="Calibri"/>
              </a:rPr>
              <a:t>MUM LIFE BALANCE  ·  PATRICIA ULMANN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1ECDD"/>
                </a:solidFill>
                <a:latin typeface="Cambria"/>
              </a:rPr>
              <a:t>Die</a:t>
            </a:r>
          </a:p>
          <a:p>
            <a:pPr algn="l">
              <a:lnSpc>
                <a:spcPct val="100000"/>
              </a:lnSpc>
            </a:pPr>
            <a:r>
              <a:rPr sz="8800" b="1" i="0">
                <a:solidFill>
                  <a:srgbClr val="F1ECDD"/>
                </a:solidFill>
                <a:latin typeface="Cambria"/>
              </a:rPr>
              <a:t>Umsetzerinnen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822960" cy="54864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1">
                <a:solidFill>
                  <a:srgbClr val="F1ECDD"/>
                </a:solidFill>
                <a:latin typeface="Cambria"/>
              </a:rPr>
              <a:t>Nicht uberlegen. Nicht warten. Umsetzen.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1ECDD"/>
                </a:solidFill>
                <a:latin typeface="Calibri"/>
              </a:rPr>
              <a:t>Call 1  ·  30. April 2026  ·  09:00 Uhr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WILLKOMMEN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Was Umsetzerinnen anders machen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0C1C30"/>
                </a:solidFill>
                <a:latin typeface="Calibri"/>
              </a:rPr>
              <a:t>•  Sie konsumieren keine Tipps mehr - sie testen sie.</a:t>
            </a:r>
          </a:p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0C1C30"/>
                </a:solidFill>
                <a:latin typeface="Calibri"/>
              </a:rPr>
              <a:t>•  Sie warten nicht auf Perfektion - sie veroeffentlichen B-Versionen.</a:t>
            </a:r>
          </a:p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0C1C30"/>
                </a:solidFill>
                <a:latin typeface="Calibri"/>
              </a:rPr>
              <a:t>•  Sie hoeren auf, nach dem naechsten Kurs zu suchen - sie machen den, den sie schon haben.</a:t>
            </a:r>
          </a:p>
          <a:p>
            <a:pPr algn="l">
              <a:lnSpc>
                <a:spcPct val="150000"/>
              </a:lnSpc>
            </a:pPr>
            <a:r>
              <a:rPr sz="2400" b="0" i="0">
                <a:solidFill>
                  <a:srgbClr val="0C1C30"/>
                </a:solidFill>
                <a:latin typeface="Calibri"/>
              </a:rPr>
              <a:t>•  Sie messen Ergebnisse - nicht Aufwand.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HEUTE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Die 5 Lecks - was dich Umsatz kostet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Bio-Leck  -  Dein Profil verkauft nicht fuer dich.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Reichweite-Leck  -  Du wirst gar nicht erst gesehen.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Lead-Leck  -  Besucher werden nicht zu Leads.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Welcome-Leck  -  Leads werden nicht zu Kundinnen.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Verkaufs-Leck  -  Kundinnen kaufen einmal - nie wieder.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DIE METAPHER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Stell dir dein Business als Eimer vor.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Oben kommt Wasser rein - das ist Reichweite (Reels, Posts, Stories).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Unten soll Umsatz rauskommen - das sind Kaeufe.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Aber dazwischen sind 5 Lecks, durch die staendig Wasser entweicht.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Mehr Reichweite produzieren = mehr Wasser oben reinkippen.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Lecks abdichten = der Eimer haelt endlich, was du reinkippst.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38000" b="1" i="0">
                <a:solidFill>
                  <a:srgbClr val="12828C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1 VON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9556D"/>
                </a:solidFill>
                <a:latin typeface="Cambria"/>
              </a:rPr>
              <a:t>Das Bio-Leck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2976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5262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C1C30"/>
                </a:solidFill>
                <a:latin typeface="Cambria"/>
              </a:rPr>
              <a:t>Dein Profil ist eine Visitenkarte - keine Verkaufsflaeche.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1 -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9556D"/>
                </a:solidFill>
                <a:latin typeface="Cambria"/>
              </a:rPr>
              <a:t>So merkst du, dass dein Bio leckt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C822E"/>
                </a:solidFill>
                <a:latin typeface="Calibri"/>
              </a:rPr>
              <a:t>SYMPTOME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Leute folgen dir und schauen nie wieder rein.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Niemand schreibt dir, obwohl Reichweite da ist.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musst erklaeren, was du machst, wenn jemand fragt.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wechselst die Bio alle 4 Wochen - und nichts aendert sich.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2828C"/>
                </a:solidFill>
                <a:latin typeface="Calibri"/>
              </a:rPr>
              <a:t>DAS BIO-LECK IM KLARTEXT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Dein Bio sagt WAS du bist ("Mama, Coach, Mentorin").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Nicht: WAS bekommt sie - bis WANN - durch WEN.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Kein einziger Klick-Pfad fuer Anfrage / 0EUR-Produkt.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1 - DER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Die 3-Zeilen-Bio, die verkauft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0C1C30"/>
                </a:solidFill>
                <a:latin typeface="Calibri"/>
              </a:rPr>
              <a:t>•  Zeile 1: Fuer WEN bist du da? (Zielgruppe + Situation)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0C1C30"/>
                </a:solidFill>
                <a:latin typeface="Calibri"/>
              </a:rPr>
              <a:t>•  Zeile 2: WAS bekommen sie und bis WANN? (Versprechen + Timeline)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0C1C30"/>
                </a:solidFill>
                <a:latin typeface="Calibri"/>
              </a:rPr>
              <a:t>•  Zeile 3: WIE gehts weiter? (1 klarer CTA - DM, Link, Freebie)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0C1C30"/>
                </a:solidFill>
                <a:latin typeface="Calibri"/>
              </a:rPr>
              <a:t>•  Beispiel Patricia: 'Mama, die online wachsen will - ohne 60h die Woche. Free Bio-Check unten -&gt; Klarheit in 24h.'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38000" b="1" i="0">
                <a:solidFill>
                  <a:srgbClr val="12828C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2 VON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9556D"/>
                </a:solidFill>
                <a:latin typeface="Cambria"/>
              </a:rPr>
              <a:t>Das Reichweite-Leck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2976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5262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C1C30"/>
                </a:solidFill>
                <a:latin typeface="Cambria"/>
              </a:rPr>
              <a:t>Du postest - aber niemand sieht dich.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2 - 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9556D"/>
                </a:solidFill>
                <a:latin typeface="Cambria"/>
              </a:rPr>
              <a:t>So merkst du, dass deine Reichweite leckt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C822E"/>
                </a:solidFill>
                <a:latin typeface="Calibri"/>
              </a:rPr>
              <a:t>SYMPTOME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Reels unter 500 Views obwohl du 1000+ Follower hast.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Karussells nur von gleichen 5 Leuten geliked.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Nullsaves, null Shares, null DMs.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Engagement-Rate unter 1%.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2828C"/>
                </a:solidFill>
                <a:latin typeface="Calibri"/>
              </a:rPr>
              <a:t>DIE ECHTEN URSACHEN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Hook in den ersten 3 Sek nicht stark genug.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Keine emotionale Identifikation - reines Tipps-Posting.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Posting-Zeit passt nicht zur Zielgruppe.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2 - DER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Die Hook-Reichweite-Formel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Hook-Test: Wuerdest du selber stoppen, wenn du den Post siehst?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Identifikations-Test: Steht 'ich' oder 'du' in den ersten 6 Worten?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Timing-Test: Postest du wann SIE Zeit hat - nicht wann DU Zeit hast?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Ein Test pro Woche aendern. Nicht alles auf einmal.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55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0" b="1" i="0">
                <a:solidFill>
                  <a:srgbClr val="DC822E"/>
                </a:solidFill>
                <a:latin typeface="Cambr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i="1">
                <a:solidFill>
                  <a:srgbClr val="F1ECDD"/>
                </a:solidFill>
                <a:latin typeface="Cambria"/>
              </a:rPr>
              <a:t>Reichweite ist nicht der Job des Algorithmus.</a:t>
            </a:r>
          </a:p>
          <a:p>
            <a:pPr algn="l">
              <a:lnSpc>
                <a:spcPct val="125000"/>
              </a:lnSpc>
            </a:pPr>
            <a:r>
              <a:rPr sz="4400" b="0" i="1">
                <a:solidFill>
                  <a:srgbClr val="F1ECDD"/>
                </a:solidFill>
                <a:latin typeface="Cambria"/>
              </a:rPr>
              <a:t>Es ist der Job deiner Hook.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53035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1ECDD"/>
                </a:solidFill>
                <a:latin typeface="Calibri"/>
              </a:rPr>
              <a:t>- Patricia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1ECDD"/>
                </a:solidFill>
                <a:latin typeface="Calibri"/>
              </a:rPr>
              <a:t>Die Umsetzerinnen  ·  Call 1  ·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38000" b="1" i="0">
                <a:solidFill>
                  <a:srgbClr val="12828C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3 VON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9556D"/>
                </a:solidFill>
                <a:latin typeface="Cambria"/>
              </a:rPr>
              <a:t>Das Lead-Leck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2976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5262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C1C30"/>
                </a:solidFill>
                <a:latin typeface="Cambria"/>
              </a:rPr>
              <a:t>Sie schauen sich um - aber gehen ohne Email-Adresse wieder.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3 - DIAGNOSE UND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9556D"/>
                </a:solidFill>
                <a:latin typeface="Cambria"/>
              </a:rPr>
              <a:t>Du brauchst genau EIN funktionierendes Freebie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C822E"/>
                </a:solidFill>
                <a:latin typeface="Calibri"/>
              </a:rPr>
              <a:t>SO MERKST DU, ES LECKT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hast 0-2 neue Email-Eintraege pro Woche.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hast keine Email-Liste - oder eine, die nichts macht.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hast 3 Freebies, aber keins zieht richtig.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verschenkst Wissen in Posts - aber sammelst keine Adressen.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2828C"/>
                </a:solidFill>
                <a:latin typeface="Calibri"/>
              </a:rPr>
              <a:t>DER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EIN Freebie, das EINEN spezifischen Painpoint loest.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Ein klarer CTA in jedem Reel / jeder Story / Bio.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Auto-Mail-1 binnen 5 Min nach Eintragung.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38000" b="1" i="0">
                <a:solidFill>
                  <a:srgbClr val="12828C"/>
                </a:solidFill>
                <a:latin typeface="Cambri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4 VON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9556D"/>
                </a:solidFill>
                <a:latin typeface="Cambria"/>
              </a:rPr>
              <a:t>Das Welcome-Leck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2976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5262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C1C30"/>
                </a:solidFill>
                <a:latin typeface="Cambria"/>
              </a:rPr>
              <a:t>Lead landet auf der Liste - und hoert nie wieder von 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4 - DIAGNOSE UND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9556D"/>
                </a:solidFill>
                <a:latin typeface="Cambria"/>
              </a:rPr>
              <a:t>Die 5-Mail-Welcome-Sequenz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C822E"/>
                </a:solidFill>
                <a:latin typeface="Calibri"/>
              </a:rPr>
              <a:t>SO MERKST DU, ES LECKT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hast 200+ Email-Adressen, aber nur 1-2 Sales pro Monat.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verschickst nur Newsletter, keine Sequenz.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Oeffnungsrate unter 25%.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Niemand antwortet auf deine Mails.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2828C"/>
                </a:solidFill>
                <a:latin typeface="Calibri"/>
              </a:rPr>
              <a:t>DER FIX - 5 MAILS, 7 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Tag 0: Freebie + persoenliche Begruessung.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Tag 1: Deine Story - wer du bist und WIESO.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Tag 3: Ein konkretes Resultat einer Kundin.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Tag 5: Dein Angebot - direkt benannt.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Tag 7: Die Tuer geht zu - klare Frist.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38000" b="1" i="0">
                <a:solidFill>
                  <a:srgbClr val="12828C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11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5 VON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7744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29556D"/>
                </a:solidFill>
                <a:latin typeface="Cambria"/>
              </a:rPr>
              <a:t>Das Verkaufs-Leck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2976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45262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C1C30"/>
                </a:solidFill>
                <a:latin typeface="Cambria"/>
              </a:rPr>
              <a:t>Kundinnen kaufen einmal - dann nie wieder.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LECK 5 - DIAGNOSE UND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9556D"/>
                </a:solidFill>
                <a:latin typeface="Cambria"/>
              </a:rPr>
              <a:t>Aus 1 Sale werden 3-5 Sales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DC822E"/>
                </a:solidFill>
                <a:latin typeface="Calibri"/>
              </a:rPr>
              <a:t>SO MERKST DU, ES LECKT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Kundinnen kaufen einmal - dann hoerst du nichts mehr.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hast keine Treppe (0EUR -&gt; Mini -&gt; Mittel -&gt; Premium).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Du machst keinen Order-Bump im Checkout.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•  Keine Mail nach dem Kauf ausser 'Danke + Rechnung'.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2828C"/>
                </a:solidFill>
                <a:latin typeface="Calibri"/>
              </a:rPr>
              <a:t>DER FIX - DIE TREPPE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Order-Bump im Checkout (+1 kleines Produkt).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Upsell direkt nach Kauf (+1 mittleres Produkt).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Welcome-Sequenz fuer Kaeufer (anders als Leads).</a:t>
            </a:r>
          </a:p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0C1C30"/>
                </a:solidFill>
                <a:latin typeface="Calibri"/>
              </a:rPr>
              <a:t>→  Nach 30 Tagen: Naechste Stufe der Treppe anbieten.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SELBST-DIAGNOSE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Welches Leck blutet bei DIR am staerksten?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Bio-Leck  -  wenn niemand reagiert obwohl Reichweite da ist.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Reichweite-Leck  -  wenn deine Posts unter 500 Views bleiben.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Lead-Leck  -  wenn du keine 5 neuen Email-Adressen pro Woche hast.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Welcome-Leck  -  wenn deine Liste nicht kauft.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Verkaufs-Leck  -  wenn deine Kundinnen nicht zurueckkommen.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BIS ZUM NAECHSTEN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Deine Hausaufgabe - 7 Tage, 3 Schritte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1. Diagnose: Welches Leck ist DEIN groesstes? (Heute entschieden.)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2. EINEN Hebel anwenden - Bio neu, Hook umschreiben oder Freebie definieren.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→  3. Live messen - 7 Tage, 1x pro Tag 5 Min in Insights schauen.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28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29556D"/>
                </a:solidFill>
                <a:latin typeface="Calibri"/>
              </a:rPr>
              <a:t>VORSCHAU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29556D"/>
                </a:solidFill>
                <a:latin typeface="Cambria"/>
              </a:rPr>
              <a:t>Was kommt in den naechsten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640080" cy="45720"/>
          </a:xfrm>
          <a:prstGeom prst="rect">
            <a:avLst/>
          </a:prstGeom>
          <a:solidFill>
            <a:srgbClr val="DC8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106984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Call 2  -  Die 5-Mail-Welcome-Sequenz, die wirklich verkauft.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Call 3  -  Stories die nicht nur Likes bringen - Sales ohne Druck.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Call 4  -  KI-Workflows fuer Mompreneurs - schneller, ohne Stress.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0C1C30"/>
                </a:solidFill>
                <a:latin typeface="Calibri"/>
              </a:rPr>
              <a:t>•  Call 5  -  Skalieren ohne Burnout - das Mompreneur-Modell.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9556D"/>
                </a:solidFill>
                <a:latin typeface="Calibri"/>
              </a:rPr>
              <a:t>Die Umsetzerinnen  ·  Call 1  · 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